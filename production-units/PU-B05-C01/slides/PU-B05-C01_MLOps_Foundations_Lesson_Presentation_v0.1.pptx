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822649520446e9" /><Relationship Type="http://schemas.openxmlformats.org/officeDocument/2006/relationships/extended-properties" Target="/docProps/app.xml" Id="R591248b8fb8941c0" /><Relationship Type="http://schemas.openxmlformats.org/officeDocument/2006/relationships/officeDocument" Target="/ppt/presentation.xml" Id="R03bfe0d15c1e419b" /></Relationships>
</file>

<file path=ppt/presentation.xml><?xml version="1.0" encoding="utf-8"?>
<p:presentation xmlns:p="http://schemas.openxmlformats.org/presentationml/2006/main">
  <p:sldMasterIdLst>
    <p:sldMasterId xmlns:r="http://schemas.openxmlformats.org/officeDocument/2006/relationships" id="2147483648" r:id="Rdab60e26650b4c54"/>
  </p:sldMasterIdLst>
  <p:notesMasterIdLst>
    <p:notesMasterId xmlns:r="http://schemas.openxmlformats.org/officeDocument/2006/relationships" r:id="R9603ddceec90431a"/>
  </p:notesMasterIdLst>
  <p:sldIdLst>
    <p:sldId xmlns:r="http://schemas.openxmlformats.org/officeDocument/2006/relationships" id="256" r:id="Rdddd5c4dfe0d42a2"/>
    <p:sldId xmlns:r="http://schemas.openxmlformats.org/officeDocument/2006/relationships" id="257" r:id="R00bcaf30193145fa"/>
    <p:sldId xmlns:r="http://schemas.openxmlformats.org/officeDocument/2006/relationships" id="258" r:id="Raeb2776b0aa04ee7"/>
    <p:sldId xmlns:r="http://schemas.openxmlformats.org/officeDocument/2006/relationships" id="259" r:id="R3234c4865e944e05"/>
    <p:sldId xmlns:r="http://schemas.openxmlformats.org/officeDocument/2006/relationships" id="260" r:id="R2fa57fff410d427b"/>
    <p:sldId xmlns:r="http://schemas.openxmlformats.org/officeDocument/2006/relationships" id="261" r:id="R48c8e7a3d15940df"/>
    <p:sldId xmlns:r="http://schemas.openxmlformats.org/officeDocument/2006/relationships" id="262" r:id="R1aabb1903ab74dd8"/>
    <p:sldId xmlns:r="http://schemas.openxmlformats.org/officeDocument/2006/relationships" id="263" r:id="R431c91b9a61344cd"/>
    <p:sldId xmlns:r="http://schemas.openxmlformats.org/officeDocument/2006/relationships" id="264" r:id="Rd8b9c98352a04451"/>
    <p:sldId xmlns:r="http://schemas.openxmlformats.org/officeDocument/2006/relationships" id="265" r:id="Ra43512570d0c43d5"/>
    <p:sldId xmlns:r="http://schemas.openxmlformats.org/officeDocument/2006/relationships" id="266" r:id="R7de4d9ae57df43e6"/>
    <p:sldId xmlns:r="http://schemas.openxmlformats.org/officeDocument/2006/relationships" id="267" r:id="Rf9f442d3f4674d7e"/>
    <p:sldId xmlns:r="http://schemas.openxmlformats.org/officeDocument/2006/relationships" id="268" r:id="Ra932e29d02d742e0"/>
    <p:sldId xmlns:r="http://schemas.openxmlformats.org/officeDocument/2006/relationships" id="269" r:id="R1b8f5450dd734b4b"/>
    <p:sldId xmlns:r="http://schemas.openxmlformats.org/officeDocument/2006/relationships" id="270" r:id="R7c30b7501e314b96"/>
    <p:sldId xmlns:r="http://schemas.openxmlformats.org/officeDocument/2006/relationships" id="271" r:id="R66cc2e2214c248f7"/>
    <p:sldId xmlns:r="http://schemas.openxmlformats.org/officeDocument/2006/relationships" id="272" r:id="R9ab638dd30b14108"/>
    <p:sldId xmlns:r="http://schemas.openxmlformats.org/officeDocument/2006/relationships" id="273" r:id="Ref9a1f0a900c43a3"/>
    <p:sldId xmlns:r="http://schemas.openxmlformats.org/officeDocument/2006/relationships" id="274" r:id="R032f4375c90549da"/>
    <p:sldId xmlns:r="http://schemas.openxmlformats.org/officeDocument/2006/relationships" id="275" r:id="R59826e383e30460c"/>
    <p:sldId xmlns:r="http://schemas.openxmlformats.org/officeDocument/2006/relationships" id="276" r:id="Rd94874a6714c407e"/>
    <p:sldId xmlns:r="http://schemas.openxmlformats.org/officeDocument/2006/relationships" id="277" r:id="Ra8b3e83465c74baa"/>
    <p:sldId xmlns:r="http://schemas.openxmlformats.org/officeDocument/2006/relationships" id="278" r:id="Ree4fbf2437b34235"/>
    <p:sldId xmlns:r="http://schemas.openxmlformats.org/officeDocument/2006/relationships" id="279" r:id="R188818094fee4508"/>
    <p:sldId xmlns:r="http://schemas.openxmlformats.org/officeDocument/2006/relationships" id="280" r:id="R13a43301d2894b1d"/>
    <p:sldId xmlns:r="http://schemas.openxmlformats.org/officeDocument/2006/relationships" id="281" r:id="Rd113dc5a02e04d0d"/>
    <p:sldId xmlns:r="http://schemas.openxmlformats.org/officeDocument/2006/relationships" id="282" r:id="Ref5664aa115a416a"/>
    <p:sldId xmlns:r="http://schemas.openxmlformats.org/officeDocument/2006/relationships" id="283" r:id="Ra431e8c6dd5d4337"/>
    <p:sldId xmlns:r="http://schemas.openxmlformats.org/officeDocument/2006/relationships" id="284" r:id="R6b418ba47c8441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c47169f3ab44de" /><Relationship Type="http://schemas.openxmlformats.org/officeDocument/2006/relationships/slideMaster" Target="/ppt/slideMasters/slideMaster1.xml" Id="Rdab60e26650b4c54" /><Relationship Type="http://schemas.openxmlformats.org/officeDocument/2006/relationships/notesMaster" Target="/ppt/notesMasters/notesMaster1.xml" Id="R9603ddceec90431a" /><Relationship Type="http://schemas.openxmlformats.org/officeDocument/2006/relationships/presProps" Target="/ppt/presProps.xml" Id="R4461bb29cb404a91" /><Relationship Type="http://schemas.openxmlformats.org/officeDocument/2006/relationships/tableStyles" Target="/ppt/tableStyles.xml" Id="Rea9a033795ec4599" /><Relationship Type="http://schemas.openxmlformats.org/officeDocument/2006/relationships/slide" Target="/ppt/slides/slide1.xml" Id="Rdddd5c4dfe0d42a2" /><Relationship Type="http://schemas.openxmlformats.org/officeDocument/2006/relationships/slide" Target="/ppt/slides/slide2.xml" Id="R00bcaf30193145fa" /><Relationship Type="http://schemas.openxmlformats.org/officeDocument/2006/relationships/slide" Target="/ppt/slides/slide3.xml" Id="Raeb2776b0aa04ee7" /><Relationship Type="http://schemas.openxmlformats.org/officeDocument/2006/relationships/slide" Target="/ppt/slides/slide4.xml" Id="R3234c4865e944e05" /><Relationship Type="http://schemas.openxmlformats.org/officeDocument/2006/relationships/slide" Target="/ppt/slides/slide5.xml" Id="R2fa57fff410d427b" /><Relationship Type="http://schemas.openxmlformats.org/officeDocument/2006/relationships/slide" Target="/ppt/slides/slide6.xml" Id="R48c8e7a3d15940df" /><Relationship Type="http://schemas.openxmlformats.org/officeDocument/2006/relationships/slide" Target="/ppt/slides/slide7.xml" Id="R1aabb1903ab74dd8" /><Relationship Type="http://schemas.openxmlformats.org/officeDocument/2006/relationships/slide" Target="/ppt/slides/slide8.xml" Id="R431c91b9a61344cd" /><Relationship Type="http://schemas.openxmlformats.org/officeDocument/2006/relationships/slide" Target="/ppt/slides/slide9.xml" Id="Rd8b9c98352a04451" /><Relationship Type="http://schemas.openxmlformats.org/officeDocument/2006/relationships/slide" Target="/ppt/slides/slide10.xml" Id="Ra43512570d0c43d5" /><Relationship Type="http://schemas.openxmlformats.org/officeDocument/2006/relationships/slide" Target="/ppt/slides/slide11.xml" Id="R7de4d9ae57df43e6" /><Relationship Type="http://schemas.openxmlformats.org/officeDocument/2006/relationships/slide" Target="/ppt/slides/slide12.xml" Id="Rf9f442d3f4674d7e" /><Relationship Type="http://schemas.openxmlformats.org/officeDocument/2006/relationships/slide" Target="/ppt/slides/slide13.xml" Id="Ra932e29d02d742e0" /><Relationship Type="http://schemas.openxmlformats.org/officeDocument/2006/relationships/slide" Target="/ppt/slides/slide14.xml" Id="R1b8f5450dd734b4b" /><Relationship Type="http://schemas.openxmlformats.org/officeDocument/2006/relationships/slide" Target="/ppt/slides/slide15.xml" Id="R7c30b7501e314b96" /><Relationship Type="http://schemas.openxmlformats.org/officeDocument/2006/relationships/slide" Target="/ppt/slides/slide16.xml" Id="R66cc2e2214c248f7" /><Relationship Type="http://schemas.openxmlformats.org/officeDocument/2006/relationships/slide" Target="/ppt/slides/slide17.xml" Id="R9ab638dd30b14108" /><Relationship Type="http://schemas.openxmlformats.org/officeDocument/2006/relationships/slide" Target="/ppt/slides/slide18.xml" Id="Ref9a1f0a900c43a3" /><Relationship Type="http://schemas.openxmlformats.org/officeDocument/2006/relationships/slide" Target="/ppt/slides/slide19.xml" Id="R032f4375c90549da" /><Relationship Type="http://schemas.openxmlformats.org/officeDocument/2006/relationships/slide" Target="/ppt/slides/slide20.xml" Id="R59826e383e30460c" /><Relationship Type="http://schemas.openxmlformats.org/officeDocument/2006/relationships/slide" Target="/ppt/slides/slide21.xml" Id="Rd94874a6714c407e" /><Relationship Type="http://schemas.openxmlformats.org/officeDocument/2006/relationships/slide" Target="/ppt/slides/slide22.xml" Id="Ra8b3e83465c74baa" /><Relationship Type="http://schemas.openxmlformats.org/officeDocument/2006/relationships/slide" Target="/ppt/slides/slide23.xml" Id="Ree4fbf2437b34235" /><Relationship Type="http://schemas.openxmlformats.org/officeDocument/2006/relationships/slide" Target="/ppt/slides/slide24.xml" Id="R188818094fee4508" /><Relationship Type="http://schemas.openxmlformats.org/officeDocument/2006/relationships/slide" Target="/ppt/slides/slide25.xml" Id="R13a43301d2894b1d" /><Relationship Type="http://schemas.openxmlformats.org/officeDocument/2006/relationships/slide" Target="/ppt/slides/slide26.xml" Id="Rd113dc5a02e04d0d" /><Relationship Type="http://schemas.openxmlformats.org/officeDocument/2006/relationships/slide" Target="/ppt/slides/slide27.xml" Id="Ref5664aa115a416a" /><Relationship Type="http://schemas.openxmlformats.org/officeDocument/2006/relationships/slide" Target="/ppt/slides/slide28.xml" Id="Ra431e8c6dd5d4337" /><Relationship Type="http://schemas.openxmlformats.org/officeDocument/2006/relationships/slide" Target="/ppt/slides/slide29.xml" Id="R6b418ba47c8441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16e1ec85824b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c22866ee60429f" /><Relationship Type="http://schemas.openxmlformats.org/officeDocument/2006/relationships/notesMaster" Target="/ppt/notesMasters/notesMaster1.xml" Id="R5720bee821c04e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5849775a2448ad" /><Relationship Type="http://schemas.openxmlformats.org/officeDocument/2006/relationships/notesMaster" Target="/ppt/notesMasters/notesMaster1.xml" Id="R5c0f310d8b8844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11803986844cc4" /><Relationship Type="http://schemas.openxmlformats.org/officeDocument/2006/relationships/notesMaster" Target="/ppt/notesMasters/notesMaster1.xml" Id="Rc386aa4aa2614a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d862ce2fff40ad" /><Relationship Type="http://schemas.openxmlformats.org/officeDocument/2006/relationships/notesMaster" Target="/ppt/notesMasters/notesMaster1.xml" Id="Ra81be8b09cc64b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e9bca32cab4718" /><Relationship Type="http://schemas.openxmlformats.org/officeDocument/2006/relationships/notesMaster" Target="/ppt/notesMasters/notesMaster1.xml" Id="R3c80189ee7cb40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90d535918c475b" /><Relationship Type="http://schemas.openxmlformats.org/officeDocument/2006/relationships/notesMaster" Target="/ppt/notesMasters/notesMaster1.xml" Id="R4ef718c54e854d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3cc172ce544f81" /><Relationship Type="http://schemas.openxmlformats.org/officeDocument/2006/relationships/notesMaster" Target="/ppt/notesMasters/notesMaster1.xml" Id="R66bbe873632749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782e0bb7824e77" /><Relationship Type="http://schemas.openxmlformats.org/officeDocument/2006/relationships/notesMaster" Target="/ppt/notesMasters/notesMaster1.xml" Id="Re6a6ebd362684e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0391b3f8144b1c" /><Relationship Type="http://schemas.openxmlformats.org/officeDocument/2006/relationships/notesMaster" Target="/ppt/notesMasters/notesMaster1.xml" Id="R8c2d041bb0c84b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ff801ed0aa4563" /><Relationship Type="http://schemas.openxmlformats.org/officeDocument/2006/relationships/notesMaster" Target="/ppt/notesMasters/notesMaster1.xml" Id="R1f8b4e95c6c345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bc993674474d37" /><Relationship Type="http://schemas.openxmlformats.org/officeDocument/2006/relationships/notesMaster" Target="/ppt/notesMasters/notesMaster1.xml" Id="Rd9f8c84d7a284e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7942aa54484e0f" /><Relationship Type="http://schemas.openxmlformats.org/officeDocument/2006/relationships/notesMaster" Target="/ppt/notesMasters/notesMaster1.xml" Id="Ra501ab762a6646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01e2792b4d46ed" /><Relationship Type="http://schemas.openxmlformats.org/officeDocument/2006/relationships/notesMaster" Target="/ppt/notesMasters/notesMaster1.xml" Id="R3d560009364d4e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c816dc02694944" /><Relationship Type="http://schemas.openxmlformats.org/officeDocument/2006/relationships/notesMaster" Target="/ppt/notesMasters/notesMaster1.xml" Id="Rc3697efe840a40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b1bc4ae0a94c54" /><Relationship Type="http://schemas.openxmlformats.org/officeDocument/2006/relationships/notesMaster" Target="/ppt/notesMasters/notesMaster1.xml" Id="Rd5e872c6483f42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91064bd1d74f13" /><Relationship Type="http://schemas.openxmlformats.org/officeDocument/2006/relationships/notesMaster" Target="/ppt/notesMasters/notesMaster1.xml" Id="Rf5bbdb81f08140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02993ebe3b49d4" /><Relationship Type="http://schemas.openxmlformats.org/officeDocument/2006/relationships/notesMaster" Target="/ppt/notesMasters/notesMaster1.xml" Id="R0fc3fe31c37e451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419142c9b043ff" /><Relationship Type="http://schemas.openxmlformats.org/officeDocument/2006/relationships/notesMaster" Target="/ppt/notesMasters/notesMaster1.xml" Id="R0030950ef2784f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607d5e7ce9e404e" /><Relationship Type="http://schemas.openxmlformats.org/officeDocument/2006/relationships/notesMaster" Target="/ppt/notesMasters/notesMaster1.xml" Id="Ra697968078bd463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b22ed15175469e" /><Relationship Type="http://schemas.openxmlformats.org/officeDocument/2006/relationships/notesMaster" Target="/ppt/notesMasters/notesMaster1.xml" Id="R91350338be234d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33e80da2454ee2" /><Relationship Type="http://schemas.openxmlformats.org/officeDocument/2006/relationships/notesMaster" Target="/ppt/notesMasters/notesMaster1.xml" Id="R5664430ffa7544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a1995f65bc4eff" /><Relationship Type="http://schemas.openxmlformats.org/officeDocument/2006/relationships/notesMaster" Target="/ppt/notesMasters/notesMaster1.xml" Id="R0b9d604a8d70490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53ec3f472b4708" /><Relationship Type="http://schemas.openxmlformats.org/officeDocument/2006/relationships/notesMaster" Target="/ppt/notesMasters/notesMaster1.xml" Id="R5bbf97374ee540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ea74433529d4c6f" /><Relationship Type="http://schemas.openxmlformats.org/officeDocument/2006/relationships/notesMaster" Target="/ppt/notesMasters/notesMaster1.xml" Id="Rd88fd56623c5486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64615ec028f47f7" /><Relationship Type="http://schemas.openxmlformats.org/officeDocument/2006/relationships/notesMaster" Target="/ppt/notesMasters/notesMaster1.xml" Id="Rf0539e9b2b574f8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028fd76bd024599" /><Relationship Type="http://schemas.openxmlformats.org/officeDocument/2006/relationships/notesMaster" Target="/ppt/notesMasters/notesMaster1.xml" Id="Rdd52068a076c4a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114f1203e242ab" /><Relationship Type="http://schemas.openxmlformats.org/officeDocument/2006/relationships/notesMaster" Target="/ppt/notesMasters/notesMaster1.xml" Id="R0a41cebc1d7a42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f8133bc41a0431a" /><Relationship Type="http://schemas.openxmlformats.org/officeDocument/2006/relationships/notesMaster" Target="/ppt/notesMasters/notesMaster1.xml" Id="R95fb3c4b57b8475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def3dce2b304341" /><Relationship Type="http://schemas.openxmlformats.org/officeDocument/2006/relationships/notesMaster" Target="/ppt/notesMasters/notesMaster1.xml" Id="Rc2b6d74da64841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Book 5, Lesson 1. This lesson treats MLOps as the operating discipline that connects model development with accountable institutional use. We will follow one synthetic agricultural-risk model from accepted data to a blocked release decision, then transfer the controls to Education, Health and Habitat. The central distinction is simple: a pipeline can assemble technical evidence, but only an authorized institution can approve consequential production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produces a test accuracy of about 76.7 percent. That result is useful but incomplete. It does not tell us whether the data contract still holds, whether transformations match production, whether the endpoint is secure, whether drift is monitored, or whether anyone has approved the intended use. MLOps expands the object of evaluation from a model file to the complete operating system around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has five learning goals. Learners should be able to reconstruct a declared result, evaluate a candidate against a baseline and sector-specific consequences, control immutable artifacts and promotion states, operate monitoring and rollback, and distinguish governance authority from technical completion. These goals connect directly to the companion notebook and the 100-mark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common mistake is to treat the serialized model as the product. In production, the product also includes the data contract, preprocessing, environment, service interface, tests, approval record, monitoring rules, incident response, rollback target and retirement plan. Accountability applies to this complete system because any dependency can change the result or its consequences.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lifecycle is not a one-way conveyor. Problem framing defines purpose and prohibited uses. Data acceptance precedes experimentation. Validation precedes registration. Approval precedes deployment. Monitoring can return work to investigation, change control or rollback. Retirement closes traffic and downstream dependencies. Every transition requires evidence, a gate, an accountable owner and a declared response when the gate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evidence and institutional authority solve different problems. Engineers can show that the candidate was reconstructed, evaluated and tested. Governance determines whether the use is lawful, ethical, affordable and aligned with mandate. Passing technical gates should make a candidate eligible for review. It should never create its own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reproducibility contract identifies the inputs needed to reconstruct a result. The canonical notebook records data, code intent, configuration, environment and random seed. It also explains that a seed does not guarantee identical bits across all libraries and hardware. Teams must define acceptable tolerance and preserve split membership so a later run does not silently move the information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acceptance is an executable contract. The notebook checks exact schema, minimum row count, binary target values, rainfall and soil ranges, and missingness. Production systems should also check time semantics, categories, provenance and uniqueness where relevant. A failed mandatory rule blocks training. An exception needs an owner, rationale, impact assessment and expiry. Silent coercion breaks the evidence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validation and test partitions define what the model was allowed to know. Leakage can enter through time, repeated entities, preprocessing or policy outcomes. The notebook uses deterministic stratified splits and records row counts and target rates. In real agricultural, education, health or habitat data, group and temporal structure often require stronger splitting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compares a simple baseline with a logistic-regression candidate. On the held-out test data, ROC AUC is approximately 0.757. However, recall is only about 0.326. This matters because a risk-screening workflow may care strongly about missed high-risk cases. MLOps gates are conjunctive: one acceptable metric cannot average away a mandatory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 and recall answer different operational questions. Precision describes the quality of the flagged set. Recall describes how many true high-risk cases the system finds. The appropriate threshold depends on the consequences of false negatives, the cost of false positives and available intervention capacity. The lesson assessment requires learners to calculate and interpret these measures rather than simply report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chart reproduces the validation slice evidence from the notebook. Central recall is the lowest at about 0.242, while North is the highest at about 0.391. Precision varies as well. Slice analysis helps identify where a model may need investigation or different operating safeguards. It does not by itself establish causality, fairness or prospective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Lineage connects source data, preprocessing, configuration, run, model, deployment and decision. The notebook computes SHA-256 digests for accepted data and the serialized model. Hashes establish byte identity but do not prove correctness or authorized provenance. A release manifest combines immutable identities with semantic context, ownership, evaluation and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ML systems require more than unit tests. Data tests check schema and ranges. Software tests check functions and integration. Model tests enforce metrics and slices. Service tests cover contracts and load. Security tests protect credentials, dependencies and endpoints. Recovery tests prove that a known-good operating state can be restored. Each mandatory test has an explicit blocking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registry organizes model versions and evidence. Registration does not mean deployment. Promotion changes the candidate’s lifecycle state and often its exposure to real decisions. The promotion request must reference an immutable manifest, preserve review evidence and record who approved the declared use. Production should reject any artifact whose digest differs from the approved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tests a simple inference contract. Required fields must be present. The preprocessing pipeline handles categories consistently, and the response includes model version, risk probability and classification. Real services also define units, allowed values, error behavior, latency objectives, authentication and deprecation. Health and readiness should be separate because a running process may still be unable to serve valid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strategy should follow operational needs. Shadow deployment supports observation without affecting decisions. Canary deployment limits exposure. Blue-green deployment keeps two complete environments for controlled switching. Batch scoring suits scheduled processes. Regardless of strategy, deployment requires the exact approved manifest and post-deployment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Monitoring must cover service health, data quality, feature distributions, predictions, observed outcomes, subgroup performance, security and cost. Outcome labels may arrive late, so proxy indicators need careful interpretation. Each alert should identify severity, owner, response time and runbook. Monitoring without an operational response becomes passive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simulates a rainfall shift and calculates Population Stability Index. PSI is a diagnostic signal. It does not prove that performance degraded, identify why the distribution changed or justify automatic retraining. The correct response is to investigate data quality, measurement, population and policy before deciding whether to change the model or its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incident response begins with detection and containment. The team assesses affected predictions and downstream decisions, then restores a complete known-good manifest. That manifest includes model, preprocessing, schema, configuration, dependencies and routing. Recovery verification confirms that the intended contract is restored. The incident record preserves decisions and lessons even when root-cause analysis continues.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notebook’s final gate record makes the blocked decision visible. Data acceptance, ROC AUC, contract testing, artifact saving and rollback pass. Recall fails. The simulated monitoring plan also fails its threshold. Governance approval remains false. Because gates are conjunctive, authorized release is false. This is the correct behavior. The team must address each failed condition rather than average the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Agriculture provides the notebook’s executable thread. Real early-warning systems require time-aware validation, consistent geographic definitions, source provenance and monitoring of seasonal and spatial change. The educational score cannot be converted into a farm-level credit, insurance or benefit decision. Field verification and domain ownership remain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Education, an early-support indicator could help trained staff prioritize outreach. Attendance definitions, reporting delays and cohort leakage need explicit controls. The indicator should not punish learners, rank teachers or deny progression. Human review, record correction and subgroup monitoring belong in the operating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Health applications raise the consequence of error and require clinical validation, qualified oversight, escalation and conservative failure behavior. Units, valid ranges and missing-result handling must be explicit. Monitoring includes calibration, false-negative review, latency and facility variation. A model output remains advisory unless an authorized clinical workflow defines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Habitat applications may combine spatial, survey and administrative data. The operating record must preserve coordinate systems, imagery dates, survey design and aggregation rules. A neighborhood-level signal cannot be presented as proof about an individual household. Governance must protect communities from stigmatization, exclusion and unauthorized enforcement.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assessment totals 100 marks and combines written reasoning with executed notebook evidence. Learners preserve seed 42, show intermediate calculations, report metrics to three decimals and identify every artifact and owner. Full-credit answers distinguish observed facts, interpretation, recommendation and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rebuilt notebook now contains 45 cells, including 22 executed code cells. It generates synthetic data, acceptance evidence, deterministic splits, a baseline and candidate, regional metrics, charts, digests, contract tests, drift evidence, a model card, release manifest, rollback record and downloadable evidence package. The user has confirmed that it runs in both VS Code and Google Colab.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principle closes the lesson. MLOps can make evidence reproducible, testable, observable and reversible. Governance determines whether a consequential use is authorized and under what conditions. Keeping these roles separate protects institutions from the false belief that automation can approve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2 focuses on reproducibility and environment management. Learners will examine dependency locking, runtime identity, deterministic reconstruction, data snapshots and numerical tolerance. The evidence lifecycle established here remains the governing structure for that deeper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85967c156649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c0a908c8db47a9" /><Relationship Type="http://schemas.openxmlformats.org/officeDocument/2006/relationships/slideLayout" Target="/ppt/slideLayouts/slideLayout1.xml" Id="R5144195fcfd147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44195fcfd147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e21990b36d482a" /><Relationship Type="http://schemas.openxmlformats.org/officeDocument/2006/relationships/notesSlide" Target="/ppt/notesSlides/notesSlide1.xml" Id="R7dae3748a1db4f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b83a98a3f749bb" /><Relationship Type="http://schemas.openxmlformats.org/officeDocument/2006/relationships/notesSlide" Target="/ppt/notesSlides/notesSlide2.xml" Id="R1f8e64df8eba4b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157b31566b4834" /><Relationship Type="http://schemas.openxmlformats.org/officeDocument/2006/relationships/notesSlide" Target="/ppt/notesSlides/notesSlide3.xml" Id="R5a54a933161d49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a2a855c67c4311" /><Relationship Type="http://schemas.openxmlformats.org/officeDocument/2006/relationships/notesSlide" Target="/ppt/notesSlides/notesSlide4.xml" Id="R35d61003d4564e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524b8ceb144b9d" /><Relationship Type="http://schemas.openxmlformats.org/officeDocument/2006/relationships/notesSlide" Target="/ppt/notesSlides/notesSlide5.xml" Id="R1a5d61a73e2448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bc02c1d43f486d" /><Relationship Type="http://schemas.openxmlformats.org/officeDocument/2006/relationships/notesSlide" Target="/ppt/notesSlides/notesSlide6.xml" Id="R79cf133a2f2b43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248f9d25c44eb7" /><Relationship Type="http://schemas.openxmlformats.org/officeDocument/2006/relationships/notesSlide" Target="/ppt/notesSlides/notesSlide7.xml" Id="Re2082a7ce1d240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9af02dc1e64bfb" /><Relationship Type="http://schemas.openxmlformats.org/officeDocument/2006/relationships/notesSlide" Target="/ppt/notesSlides/notesSlide8.xml" Id="Rce5318338f754d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5735ae80604059" /><Relationship Type="http://schemas.openxmlformats.org/officeDocument/2006/relationships/notesSlide" Target="/ppt/notesSlides/notesSlide9.xml" Id="R12c8d6034ea243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acaf7c676dd490f" /><Relationship Type="http://schemas.openxmlformats.org/officeDocument/2006/relationships/notesSlide" Target="/ppt/notesSlides/notesSlide10.xml" Id="R72087dba2b5b40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b46515b068429f" /><Relationship Type="http://schemas.openxmlformats.org/officeDocument/2006/relationships/notesSlide" Target="/ppt/notesSlides/notesSlide11.xml" Id="R1baa87e86633418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0da0ea92864b78" /><Relationship Type="http://schemas.openxmlformats.org/officeDocument/2006/relationships/chart" Target="/ppt/slides/charts/chart1.xml" Id="R8f192b0259e74bef" /><Relationship Type="http://schemas.openxmlformats.org/officeDocument/2006/relationships/notesSlide" Target="/ppt/notesSlides/notesSlide12.xml" Id="Rdbc98cb3b5d144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ad9a7a1e4448da" /><Relationship Type="http://schemas.openxmlformats.org/officeDocument/2006/relationships/notesSlide" Target="/ppt/notesSlides/notesSlide13.xml" Id="R4af138e46d1c49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c82af3ce0ea48d9" /><Relationship Type="http://schemas.openxmlformats.org/officeDocument/2006/relationships/notesSlide" Target="/ppt/notesSlides/notesSlide14.xml" Id="Re0ca72fff4c247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068549b54144ee" /><Relationship Type="http://schemas.openxmlformats.org/officeDocument/2006/relationships/notesSlide" Target="/ppt/notesSlides/notesSlide15.xml" Id="Ra12b8c3aef134a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17666eb445d4b09" /><Relationship Type="http://schemas.openxmlformats.org/officeDocument/2006/relationships/notesSlide" Target="/ppt/notesSlides/notesSlide16.xml" Id="Rfb65940d29f046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25de517d2d4c94" /><Relationship Type="http://schemas.openxmlformats.org/officeDocument/2006/relationships/notesSlide" Target="/ppt/notesSlides/notesSlide17.xml" Id="Re71bd9844bc64d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17e1b1278c44406" /><Relationship Type="http://schemas.openxmlformats.org/officeDocument/2006/relationships/notesSlide" Target="/ppt/notesSlides/notesSlide18.xml" Id="Rfe9ac660342844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767032575e44400" /><Relationship Type="http://schemas.openxmlformats.org/officeDocument/2006/relationships/notesSlide" Target="/ppt/notesSlides/notesSlide19.xml" Id="Raec509c36ce14cb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14ae21f7af34d21" /><Relationship Type="http://schemas.openxmlformats.org/officeDocument/2006/relationships/notesSlide" Target="/ppt/notesSlides/notesSlide20.xml" Id="Rdc80eac800394ee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f6dfcb1a1c3425e" /><Relationship Type="http://schemas.openxmlformats.org/officeDocument/2006/relationships/notesSlide" Target="/ppt/notesSlides/notesSlide21.xml" Id="Rb41a6347293c468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ee42e991d384113" /><Relationship Type="http://schemas.openxmlformats.org/officeDocument/2006/relationships/notesSlide" Target="/ppt/notesSlides/notesSlide22.xml" Id="Rd76be2bccaf34e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3ed0e3901d74bb6" /><Relationship Type="http://schemas.openxmlformats.org/officeDocument/2006/relationships/notesSlide" Target="/ppt/notesSlides/notesSlide23.xml" Id="R79e3654bbfee46b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aea29eb3ce94a2c" /><Relationship Type="http://schemas.openxmlformats.org/officeDocument/2006/relationships/notesSlide" Target="/ppt/notesSlides/notesSlide24.xml" Id="R3275ddf455b24a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dcce36a40674999" /><Relationship Type="http://schemas.openxmlformats.org/officeDocument/2006/relationships/notesSlide" Target="/ppt/notesSlides/notesSlide25.xml" Id="R101280447cd748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37f4691b324c2f" /><Relationship Type="http://schemas.openxmlformats.org/officeDocument/2006/relationships/notesSlide" Target="/ppt/notesSlides/notesSlide26.xml" Id="R375ab3fbb3c44e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4dde810b8a14ad5" /><Relationship Type="http://schemas.openxmlformats.org/officeDocument/2006/relationships/notesSlide" Target="/ppt/notesSlides/notesSlide27.xml" Id="R9e4dbe2bf4e949e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8aaa860d3284802" /><Relationship Type="http://schemas.openxmlformats.org/officeDocument/2006/relationships/notesSlide" Target="/ppt/notesSlides/notesSlide28.xml" Id="R331ef663fa7b4ea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d355decca964d32" /><Relationship Type="http://schemas.openxmlformats.org/officeDocument/2006/relationships/notesSlide" Target="/ppt/notesSlides/notesSlide29.xml" Id="R9763af23e75d46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Recall</c:v>
          </c:tx>
          <c:spPr>
            <a:solidFill xmlns:a="http://schemas.openxmlformats.org/drawingml/2006/main">
              <a:srgbClr val="1FD6C5"/>
            </a:solidFill>
          </c:spPr>
          <c:cat>
            <c:strRef>
              <c:f>'Chart Data'!$A$2:$A$5</c:f>
              <c:strCache>
                <c:ptCount val="4"/>
                <c:pt idx="0">
                  <c:v>Central</c:v>
                </c:pt>
                <c:pt idx="1">
                  <c:v>East</c:v>
                </c:pt>
                <c:pt idx="2">
                  <c:v>North</c:v>
                </c:pt>
                <c:pt idx="3">
                  <c:v>South</c:v>
                </c:pt>
              </c:strCache>
            </c:strRef>
          </c:cat>
          <c:val>
            <c:numRef>
              <c:f>'Chart Data'!$B$2:$B$5</c:f>
              <c:numCache>
                <c:formatCode>General</c:formatCode>
                <c:ptCount val="4"/>
                <c:pt idx="0">
                  <c:v>0.242</c:v>
                </c:pt>
                <c:pt idx="1">
                  <c:v>0.333</c:v>
                </c:pt>
                <c:pt idx="2">
                  <c:v>0.391</c:v>
                </c:pt>
                <c:pt idx="3">
                  <c:v>0.375</c:v>
                </c:pt>
              </c:numCache>
            </c:numRef>
          </c:val>
        </c:ser>
        <c:ser>
          <c:idx val="1"/>
          <c:order val="1"/>
          <c:tx>
            <c:v>Precision</c:v>
          </c:tx>
          <c:spPr>
            <a:solidFill xmlns:a="http://schemas.openxmlformats.org/drawingml/2006/main">
              <a:srgbClr val="F0B83E"/>
            </a:solidFill>
          </c:spPr>
          <c:cat>
            <c:strRef>
              <c:f>'Chart Data'!$C$2:$C$5</c:f>
              <c:strCache>
                <c:ptCount val="4"/>
                <c:pt idx="0">
                  <c:v>Central</c:v>
                </c:pt>
                <c:pt idx="1">
                  <c:v>East</c:v>
                </c:pt>
                <c:pt idx="2">
                  <c:v>North</c:v>
                </c:pt>
                <c:pt idx="3">
                  <c:v>South</c:v>
                </c:pt>
              </c:strCache>
            </c:strRef>
          </c:cat>
          <c:val>
            <c:numRef>
              <c:f>'Chart Data'!$D$2:$D$5</c:f>
              <c:numCache>
                <c:formatCode>General</c:formatCode>
                <c:ptCount val="4"/>
                <c:pt idx="0">
                  <c:v>0.8</c:v>
                </c:pt>
                <c:pt idx="1">
                  <c:v>0.625</c:v>
                </c:pt>
                <c:pt idx="2">
                  <c:v>0.643</c:v>
                </c:pt>
                <c:pt idx="3">
                  <c:v>0.6</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FA6493-9F81-49D4-AC4F-62877AEDB7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DCB8ED98-DF9F-4CF4-BCD8-EE9D11E2380C}"/>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B3143"/>
          </a:solidFill>
          <a:ln xmlns:a="http://schemas.openxmlformats.org/drawingml/2006/main" w="9525">
            <a:noFill/>
          </a:ln>
        </p:spPr>
      </p:sp>
      <p:sp>
        <p:nvSpPr>
          <p:cNvPr id="3" name="">
            <a:extLst xmlns:a="http://schemas.openxmlformats.org/drawingml/2006/main">
              <a:ext uri="{FF2B5EF4-FFF2-40B4-BE49-F238E27FC236}">
                <a16:creationId xmlns:a16="http://schemas.microsoft.com/office/drawing/2014/main" id="{88279D72-3E83-406E-8560-26B0BFD2716A}"/>
              </a:ext>
            </a:extLst>
          </p:cNvPr>
          <p:cNvSpPr>
            <a:spLocks xmlns:a="http://schemas.openxmlformats.org/drawingml/2006/main" noGrp="1"/>
          </p:cNvSpPr>
          <p:nvPr/>
        </p:nvSpPr>
        <p:spPr>
          <a:xfrm xmlns:a="http://schemas.openxmlformats.org/drawingml/2006/main">
            <a:off x="514350" y="4000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FD6C5"/>
                </a:solidFill>
                <a:latin typeface="Calibri"/>
                <a:ea typeface="Calibri"/>
                <a:cs typeface="Calibri"/>
              </a:defRPr>
            </a:pPr>
            <a:r>
              <a:rPr sz="1200" b="1">
                <a:solidFill>
                  <a:srgbClr val="1FD6C5"/>
                </a:solidFill>
                <a:latin typeface="Calibri"/>
                <a:ea typeface="Calibri"/>
                <a:cs typeface="Calibri"/>
              </a:rPr>
              <a:t>SRAI</a:t>
            </a:r>
          </a:p>
        </p:txBody>
      </p:sp>
      <p:sp>
        <p:nvSpPr>
          <p:cNvPr id="4" name="">
            <a:extLst xmlns:a="http://schemas.openxmlformats.org/drawingml/2006/main">
              <a:ext uri="{FF2B5EF4-FFF2-40B4-BE49-F238E27FC236}">
                <a16:creationId xmlns:a16="http://schemas.microsoft.com/office/drawing/2014/main" id="{8494B23F-03A4-4A09-BFDD-62E0CB6FE7F4}"/>
              </a:ext>
            </a:extLst>
          </p:cNvPr>
          <p:cNvSpPr>
            <a:spLocks xmlns:a="http://schemas.openxmlformats.org/drawingml/2006/main" noGrp="1"/>
          </p:cNvSpPr>
          <p:nvPr/>
        </p:nvSpPr>
        <p:spPr>
          <a:xfrm xmlns:a="http://schemas.openxmlformats.org/drawingml/2006/main">
            <a:off x="666750" y="1476375"/>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F3F6F7"/>
                </a:solidFill>
                <a:latin typeface="Calibri"/>
                <a:ea typeface="Calibri"/>
                <a:cs typeface="Calibri"/>
              </a:defRPr>
            </a:pPr>
            <a:r>
              <a:rPr sz="4350" b="1">
                <a:solidFill>
                  <a:srgbClr val="F3F6F7"/>
                </a:solidFill>
                <a:latin typeface="Calibri"/>
                <a:ea typeface="Calibri"/>
                <a:cs typeface="Calibri"/>
              </a:rPr>
              <a:t>MLOps</a:t>
            </a:r>
          </a:p>
          <a:p xmlns:a="http://schemas.openxmlformats.org/drawingml/2006/main">
            <a:pPr algn="l">
              <a:defRPr sz="4350" b="1">
                <a:solidFill>
                  <a:srgbClr val="F3F6F7"/>
                </a:solidFill>
                <a:latin typeface="Calibri"/>
                <a:ea typeface="Calibri"/>
                <a:cs typeface="Calibri"/>
              </a:defRPr>
            </a:pPr>
            <a:r>
              <a:rPr sz="4350" b="1">
                <a:solidFill>
                  <a:srgbClr val="F3F6F7"/>
                </a:solidFill>
                <a:latin typeface="Calibri"/>
                <a:ea typeface="Calibri"/>
                <a:cs typeface="Calibri"/>
              </a:rPr>
              <a:t>Foundations</a:t>
            </a:r>
          </a:p>
        </p:txBody>
      </p:sp>
      <p:sp>
        <p:nvSpPr>
          <p:cNvPr id="5" name="">
            <a:extLst xmlns:a="http://schemas.openxmlformats.org/drawingml/2006/main">
              <a:ext uri="{FF2B5EF4-FFF2-40B4-BE49-F238E27FC236}">
                <a16:creationId xmlns:a16="http://schemas.microsoft.com/office/drawing/2014/main" id="{AA48C87D-E87D-40F0-97F1-77880488608A}"/>
              </a:ext>
            </a:extLst>
          </p:cNvPr>
          <p:cNvSpPr>
            <a:spLocks xmlns:a="http://schemas.openxmlformats.org/drawingml/2006/main" noGrp="1"/>
          </p:cNvSpPr>
          <p:nvPr/>
        </p:nvSpPr>
        <p:spPr>
          <a:xfrm xmlns:a="http://schemas.openxmlformats.org/drawingml/2006/main">
            <a:off x="704850" y="33337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0B83E"/>
                </a:solidFill>
                <a:latin typeface="Calibri"/>
                <a:ea typeface="Calibri"/>
                <a:cs typeface="Calibri"/>
              </a:defRPr>
            </a:pPr>
            <a:r>
              <a:rPr sz="1500" b="1">
                <a:solidFill>
                  <a:srgbClr val="F0B83E"/>
                </a:solidFill>
                <a:latin typeface="Calibri"/>
                <a:ea typeface="Calibri"/>
                <a:cs typeface="Calibri"/>
              </a:rPr>
              <a:t>Book 5 Lesson 1  |  PU-B05-C01</a:t>
            </a:r>
          </a:p>
        </p:txBody>
      </p:sp>
      <p:sp>
        <p:nvSpPr>
          <p:cNvPr id="6" name="">
            <a:extLst xmlns:a="http://schemas.openxmlformats.org/drawingml/2006/main">
              <a:ext uri="{FF2B5EF4-FFF2-40B4-BE49-F238E27FC236}">
                <a16:creationId xmlns:a16="http://schemas.microsoft.com/office/drawing/2014/main" id="{B93417B8-1FA3-475F-B82C-171F4DC979B2}"/>
              </a:ext>
            </a:extLst>
          </p:cNvPr>
          <p:cNvSpPr>
            <a:spLocks xmlns:a="http://schemas.openxmlformats.org/drawingml/2006/main" noGrp="1"/>
          </p:cNvSpPr>
          <p:nvPr/>
        </p:nvSpPr>
        <p:spPr>
          <a:xfrm xmlns:a="http://schemas.openxmlformats.org/drawingml/2006/main">
            <a:off x="704850" y="39052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0">
                <a:solidFill>
                  <a:srgbClr val="A9BBC5"/>
                </a:solidFill>
                <a:latin typeface="Calibri"/>
                <a:ea typeface="Calibri"/>
                <a:cs typeface="Calibri"/>
              </a:defRPr>
            </a:pPr>
            <a:r>
              <a:rPr sz="1950" b="0">
                <a:solidFill>
                  <a:srgbClr val="A9BBC5"/>
                </a:solidFill>
                <a:latin typeface="Calibri"/>
                <a:ea typeface="Calibri"/>
                <a:cs typeface="Calibri"/>
              </a:rPr>
              <a:t>From experimental evidence to accountable operation</a:t>
            </a:r>
          </a:p>
        </p:txBody>
      </p:sp>
      <p:sp>
        <p:nvSpPr>
          <p:cNvPr id="7" name="">
            <a:extLst xmlns:a="http://schemas.openxmlformats.org/drawingml/2006/main">
              <a:ext uri="{FF2B5EF4-FFF2-40B4-BE49-F238E27FC236}">
                <a16:creationId xmlns:a16="http://schemas.microsoft.com/office/drawing/2014/main" id="{5F50323E-6DC7-4B62-8E99-809D8D9CDBD4}"/>
              </a:ext>
            </a:extLst>
          </p:cNvPr>
          <p:cNvSpPr>
            <a:spLocks xmlns:a="http://schemas.openxmlformats.org/drawingml/2006/main" noGrp="1"/>
          </p:cNvSpPr>
          <p:nvPr/>
        </p:nvSpPr>
        <p:spPr>
          <a:xfrm xmlns:a="http://schemas.openxmlformats.org/drawingml/2006/main">
            <a:off x="762000" y="4953000"/>
            <a:ext cx="344170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8" name="">
            <a:extLst xmlns:a="http://schemas.openxmlformats.org/drawingml/2006/main">
              <a:ext uri="{FF2B5EF4-FFF2-40B4-BE49-F238E27FC236}">
                <a16:creationId xmlns:a16="http://schemas.microsoft.com/office/drawing/2014/main" id="{10BFB0D4-DE96-4602-AC88-9D8A3F6A79C5}"/>
              </a:ext>
            </a:extLst>
          </p:cNvPr>
          <p:cNvSpPr>
            <a:spLocks xmlns:a="http://schemas.openxmlformats.org/drawingml/2006/main" noGrp="1"/>
          </p:cNvSpPr>
          <p:nvPr/>
        </p:nvSpPr>
        <p:spPr>
          <a:xfrm xmlns:a="http://schemas.openxmlformats.org/drawingml/2006/main">
            <a:off x="895350" y="5067300"/>
            <a:ext cx="317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7D8DF969-9FD9-4F14-80CB-31F5E79E4999}"/>
              </a:ext>
            </a:extLst>
          </p:cNvPr>
          <p:cNvSpPr>
            <a:spLocks xmlns:a="http://schemas.openxmlformats.org/drawingml/2006/main" noGrp="1"/>
          </p:cNvSpPr>
          <p:nvPr/>
        </p:nvSpPr>
        <p:spPr>
          <a:xfrm xmlns:a="http://schemas.openxmlformats.org/drawingml/2006/main">
            <a:off x="895350" y="5391150"/>
            <a:ext cx="317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Evidence</a:t>
            </a:r>
          </a:p>
        </p:txBody>
      </p:sp>
      <p:sp>
        <p:nvSpPr>
          <p:cNvPr id="10" name="">
            <a:extLst xmlns:a="http://schemas.openxmlformats.org/drawingml/2006/main">
              <a:ext uri="{FF2B5EF4-FFF2-40B4-BE49-F238E27FC236}">
                <a16:creationId xmlns:a16="http://schemas.microsoft.com/office/drawing/2014/main" id="{1C809B29-F8FD-47D2-B8DF-6B01D2E64FDF}"/>
              </a:ext>
            </a:extLst>
          </p:cNvPr>
          <p:cNvSpPr>
            <a:spLocks xmlns:a="http://schemas.openxmlformats.org/drawingml/2006/main" noGrp="1"/>
          </p:cNvSpPr>
          <p:nvPr/>
        </p:nvSpPr>
        <p:spPr>
          <a:xfrm xmlns:a="http://schemas.openxmlformats.org/drawingml/2006/main">
            <a:off x="4375150" y="4953000"/>
            <a:ext cx="344170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1" name="">
            <a:extLst xmlns:a="http://schemas.openxmlformats.org/drawingml/2006/main">
              <a:ext uri="{FF2B5EF4-FFF2-40B4-BE49-F238E27FC236}">
                <a16:creationId xmlns:a16="http://schemas.microsoft.com/office/drawing/2014/main" id="{643EE6CD-0256-4453-9A30-3DCB65498C2E}"/>
              </a:ext>
            </a:extLst>
          </p:cNvPr>
          <p:cNvSpPr>
            <a:spLocks xmlns:a="http://schemas.openxmlformats.org/drawingml/2006/main" noGrp="1"/>
          </p:cNvSpPr>
          <p:nvPr/>
        </p:nvSpPr>
        <p:spPr>
          <a:xfrm xmlns:a="http://schemas.openxmlformats.org/drawingml/2006/main">
            <a:off x="4508500" y="5067300"/>
            <a:ext cx="317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F9D1AF16-A301-48B9-BFA9-156A1379E7D4}"/>
              </a:ext>
            </a:extLst>
          </p:cNvPr>
          <p:cNvSpPr>
            <a:spLocks xmlns:a="http://schemas.openxmlformats.org/drawingml/2006/main" noGrp="1"/>
          </p:cNvSpPr>
          <p:nvPr/>
        </p:nvSpPr>
        <p:spPr>
          <a:xfrm xmlns:a="http://schemas.openxmlformats.org/drawingml/2006/main">
            <a:off x="4508500" y="5391150"/>
            <a:ext cx="317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Control</a:t>
            </a:r>
          </a:p>
        </p:txBody>
      </p:sp>
      <p:sp>
        <p:nvSpPr>
          <p:cNvPr id="13" name="">
            <a:extLst xmlns:a="http://schemas.openxmlformats.org/drawingml/2006/main">
              <a:ext uri="{FF2B5EF4-FFF2-40B4-BE49-F238E27FC236}">
                <a16:creationId xmlns:a16="http://schemas.microsoft.com/office/drawing/2014/main" id="{CB28571E-C00E-4210-B5C5-BB596F427056}"/>
              </a:ext>
            </a:extLst>
          </p:cNvPr>
          <p:cNvSpPr>
            <a:spLocks xmlns:a="http://schemas.openxmlformats.org/drawingml/2006/main" noGrp="1"/>
          </p:cNvSpPr>
          <p:nvPr/>
        </p:nvSpPr>
        <p:spPr>
          <a:xfrm xmlns:a="http://schemas.openxmlformats.org/drawingml/2006/main">
            <a:off x="7988300" y="4953000"/>
            <a:ext cx="3441700"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14" name="">
            <a:extLst xmlns:a="http://schemas.openxmlformats.org/drawingml/2006/main">
              <a:ext uri="{FF2B5EF4-FFF2-40B4-BE49-F238E27FC236}">
                <a16:creationId xmlns:a16="http://schemas.microsoft.com/office/drawing/2014/main" id="{4955D29C-0CAF-401C-A158-D17A7A6CF342}"/>
              </a:ext>
            </a:extLst>
          </p:cNvPr>
          <p:cNvSpPr>
            <a:spLocks xmlns:a="http://schemas.openxmlformats.org/drawingml/2006/main" noGrp="1"/>
          </p:cNvSpPr>
          <p:nvPr/>
        </p:nvSpPr>
        <p:spPr>
          <a:xfrm xmlns:a="http://schemas.openxmlformats.org/drawingml/2006/main">
            <a:off x="8121650" y="5067300"/>
            <a:ext cx="317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B830A23C-8E9C-4B8A-832E-C781F0D18BB6}"/>
              </a:ext>
            </a:extLst>
          </p:cNvPr>
          <p:cNvSpPr>
            <a:spLocks xmlns:a="http://schemas.openxmlformats.org/drawingml/2006/main" noGrp="1"/>
          </p:cNvSpPr>
          <p:nvPr/>
        </p:nvSpPr>
        <p:spPr>
          <a:xfrm xmlns:a="http://schemas.openxmlformats.org/drawingml/2006/main">
            <a:off x="8121650" y="5391150"/>
            <a:ext cx="317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Authority</a:t>
            </a:r>
          </a:p>
        </p:txBody>
      </p:sp>
    </p:spTree>
    <p:extLst>
      <p:ext uri="{BB962C8B-B14F-4D97-AF65-F5344CB8AC3E}">
        <p14:creationId xmlns:p14="http://schemas.microsoft.com/office/powerpoint/2010/main" val="1767419012"/>
      </p:ext>
    </p:extLst>
  </p:cSld>
</p:sld>
</file>

<file path=ppt/slides/slide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840864-3BA4-478A-A1F7-CE764D80707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8FC0D646-CE53-4532-A06C-BF217E55589F}"/>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C46C9144-F1CB-4093-8793-487CC85DF839}"/>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C2A292CB-BAE5-46EA-9091-8F207F82217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Why MLOps matters</a:t>
            </a:r>
          </a:p>
        </p:txBody>
      </p:sp>
      <p:sp>
        <p:nvSpPr>
          <p:cNvPr id="5" name="">
            <a:extLst xmlns:a="http://schemas.openxmlformats.org/drawingml/2006/main">
              <a:ext uri="{FF2B5EF4-FFF2-40B4-BE49-F238E27FC236}">
                <a16:creationId xmlns:a16="http://schemas.microsoft.com/office/drawing/2014/main" id="{6D4D8481-1197-4148-A71A-06BB798CCD58}"/>
              </a:ext>
            </a:extLst>
          </p:cNvPr>
          <p:cNvSpPr>
            <a:spLocks xmlns:a="http://schemas.openxmlformats.org/drawingml/2006/main" noGrp="1"/>
          </p:cNvSpPr>
          <p:nvPr/>
        </p:nvSpPr>
        <p:spPr>
          <a:xfrm xmlns:a="http://schemas.openxmlformats.org/drawingml/2006/main">
            <a:off x="666750" y="14763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6900" b="1">
                <a:solidFill>
                  <a:srgbClr val="1FD6C5"/>
                </a:solidFill>
                <a:latin typeface="Calibri"/>
                <a:ea typeface="Calibri"/>
                <a:cs typeface="Calibri"/>
              </a:defRPr>
            </a:pPr>
            <a:r>
              <a:rPr sz="6900" b="1">
                <a:solidFill>
                  <a:srgbClr val="1FD6C5"/>
                </a:solidFill>
                <a:latin typeface="Calibri"/>
                <a:ea typeface="Calibri"/>
                <a:cs typeface="Calibri"/>
              </a:rPr>
              <a:t>76.7%</a:t>
            </a:r>
          </a:p>
        </p:txBody>
      </p:sp>
      <p:sp>
        <p:nvSpPr>
          <p:cNvPr id="6" name="">
            <a:extLst xmlns:a="http://schemas.openxmlformats.org/drawingml/2006/main">
              <a:ext uri="{FF2B5EF4-FFF2-40B4-BE49-F238E27FC236}">
                <a16:creationId xmlns:a16="http://schemas.microsoft.com/office/drawing/2014/main" id="{C34E520C-91ED-4151-AF17-556806C0E70E}"/>
              </a:ext>
            </a:extLst>
          </p:cNvPr>
          <p:cNvSpPr>
            <a:spLocks xmlns:a="http://schemas.openxmlformats.org/drawingml/2006/main" noGrp="1"/>
          </p:cNvSpPr>
          <p:nvPr/>
        </p:nvSpPr>
        <p:spPr>
          <a:xfrm xmlns:a="http://schemas.openxmlformats.org/drawingml/2006/main">
            <a:off x="714375" y="3048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6F7"/>
                </a:solidFill>
                <a:latin typeface="Calibri"/>
                <a:ea typeface="Calibri"/>
                <a:cs typeface="Calibri"/>
              </a:defRPr>
            </a:pPr>
            <a:r>
              <a:rPr sz="1875" b="1">
                <a:solidFill>
                  <a:srgbClr val="F3F6F7"/>
                </a:solidFill>
                <a:latin typeface="Calibri"/>
                <a:ea typeface="Calibri"/>
                <a:cs typeface="Calibri"/>
              </a:rPr>
              <a:t>test accuracy</a:t>
            </a:r>
          </a:p>
        </p:txBody>
      </p:sp>
      <p:sp>
        <p:nvSpPr>
          <p:cNvPr id="7" name="">
            <a:extLst xmlns:a="http://schemas.openxmlformats.org/drawingml/2006/main">
              <a:ext uri="{FF2B5EF4-FFF2-40B4-BE49-F238E27FC236}">
                <a16:creationId xmlns:a16="http://schemas.microsoft.com/office/drawing/2014/main" id="{F6D8A65F-0C05-4153-AF76-8B128CEC70B8}"/>
              </a:ext>
            </a:extLst>
          </p:cNvPr>
          <p:cNvSpPr>
            <a:spLocks xmlns:a="http://schemas.openxmlformats.org/drawingml/2006/main" noGrp="1"/>
          </p:cNvSpPr>
          <p:nvPr/>
        </p:nvSpPr>
        <p:spPr>
          <a:xfrm xmlns:a="http://schemas.openxmlformats.org/drawingml/2006/main">
            <a:off x="5905500" y="16192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3F6F7"/>
                </a:solidFill>
                <a:latin typeface="Calibri"/>
                <a:ea typeface="Calibri"/>
                <a:cs typeface="Calibri"/>
              </a:defRPr>
            </a:pPr>
            <a:r>
              <a:rPr sz="1875" b="0">
                <a:solidFill>
                  <a:srgbClr val="F3F6F7"/>
                </a:solidFill>
                <a:latin typeface="Calibri"/>
                <a:ea typeface="Calibri"/>
                <a:cs typeface="Calibri"/>
              </a:rPr>
              <a:t>A plausible metric does not prove that the right artifact receives valid data, serves a stable contract, remains observable, can be reversed, or has an authorized purpose.</a:t>
            </a:r>
          </a:p>
        </p:txBody>
      </p:sp>
      <p:sp>
        <p:nvSpPr>
          <p:cNvPr id="8" name="">
            <a:extLst xmlns:a="http://schemas.openxmlformats.org/drawingml/2006/main">
              <a:ext uri="{FF2B5EF4-FFF2-40B4-BE49-F238E27FC236}">
                <a16:creationId xmlns:a16="http://schemas.microsoft.com/office/drawing/2014/main" id="{D2D4898A-9091-4488-BFC0-9505FBF23BB0}"/>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Model quality is one part of system readiness</a:t>
            </a:r>
          </a:p>
        </p:txBody>
      </p:sp>
    </p:spTree>
    <p:extLst>
      <p:ext uri="{BB962C8B-B14F-4D97-AF65-F5344CB8AC3E}">
        <p14:creationId xmlns:p14="http://schemas.microsoft.com/office/powerpoint/2010/main" val="1089253385"/>
      </p:ext>
    </p:extLst>
  </p:cSld>
</p:sld>
</file>

<file path=ppt/slides/slide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3B845ED-D578-4557-B7DE-52C03A26918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A308CECB-016D-4FD1-BEAD-15E529574CAC}"/>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DCB1F5A8-939D-4C4C-8317-A0112F03D3BC}"/>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9F262900-BF38-4176-82AE-2190BDAAAEA6}"/>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Learning objectives</a:t>
            </a:r>
          </a:p>
        </p:txBody>
      </p:sp>
      <p:sp>
        <p:nvSpPr>
          <p:cNvPr id="5" name="">
            <a:extLst xmlns:a="http://schemas.openxmlformats.org/drawingml/2006/main">
              <a:ext uri="{FF2B5EF4-FFF2-40B4-BE49-F238E27FC236}">
                <a16:creationId xmlns:a16="http://schemas.microsoft.com/office/drawing/2014/main" id="{046CCC9F-D0DB-4820-B4BB-66337A5BAFEB}"/>
              </a:ext>
            </a:extLst>
          </p:cNvPr>
          <p:cNvSpPr>
            <a:spLocks xmlns:a="http://schemas.openxmlformats.org/drawingml/2006/main" noGrp="1"/>
          </p:cNvSpPr>
          <p:nvPr/>
        </p:nvSpPr>
        <p:spPr>
          <a:xfrm xmlns:a="http://schemas.openxmlformats.org/drawingml/2006/main">
            <a:off x="762000" y="223837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CD680F02-04E3-447F-A581-F545BF1D4F0D}"/>
              </a:ext>
            </a:extLst>
          </p:cNvPr>
          <p:cNvSpPr>
            <a:spLocks xmlns:a="http://schemas.openxmlformats.org/drawingml/2006/main" noGrp="1"/>
          </p:cNvSpPr>
          <p:nvPr/>
        </p:nvSpPr>
        <p:spPr>
          <a:xfrm xmlns:a="http://schemas.openxmlformats.org/drawingml/2006/main">
            <a:off x="895350" y="235267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D2B61E28-FD35-43DD-8CC8-3402F2FD159A}"/>
              </a:ext>
            </a:extLst>
          </p:cNvPr>
          <p:cNvSpPr>
            <a:spLocks xmlns:a="http://schemas.openxmlformats.org/drawingml/2006/main" noGrp="1"/>
          </p:cNvSpPr>
          <p:nvPr/>
        </p:nvSpPr>
        <p:spPr>
          <a:xfrm xmlns:a="http://schemas.openxmlformats.org/drawingml/2006/main">
            <a:off x="895350" y="267652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Reconstruct</a:t>
            </a:r>
          </a:p>
        </p:txBody>
      </p:sp>
      <p:sp>
        <p:nvSpPr>
          <p:cNvPr id="8" name="">
            <a:extLst xmlns:a="http://schemas.openxmlformats.org/drawingml/2006/main">
              <a:ext uri="{FF2B5EF4-FFF2-40B4-BE49-F238E27FC236}">
                <a16:creationId xmlns:a16="http://schemas.microsoft.com/office/drawing/2014/main" id="{2A228DBB-67B6-41EB-A63A-31A138257AE4}"/>
              </a:ext>
            </a:extLst>
          </p:cNvPr>
          <p:cNvSpPr>
            <a:spLocks xmlns:a="http://schemas.openxmlformats.org/drawingml/2006/main" noGrp="1"/>
          </p:cNvSpPr>
          <p:nvPr/>
        </p:nvSpPr>
        <p:spPr>
          <a:xfrm xmlns:a="http://schemas.openxmlformats.org/drawingml/2006/main">
            <a:off x="2929890" y="223837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85CC910F-2E5B-4443-B698-398C2D7B8AE8}"/>
              </a:ext>
            </a:extLst>
          </p:cNvPr>
          <p:cNvSpPr>
            <a:spLocks xmlns:a="http://schemas.openxmlformats.org/drawingml/2006/main" noGrp="1"/>
          </p:cNvSpPr>
          <p:nvPr/>
        </p:nvSpPr>
        <p:spPr>
          <a:xfrm xmlns:a="http://schemas.openxmlformats.org/drawingml/2006/main">
            <a:off x="3063240" y="235267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1C35E2EA-4043-4C00-A276-997D4F3F289A}"/>
              </a:ext>
            </a:extLst>
          </p:cNvPr>
          <p:cNvSpPr>
            <a:spLocks xmlns:a="http://schemas.openxmlformats.org/drawingml/2006/main" noGrp="1"/>
          </p:cNvSpPr>
          <p:nvPr/>
        </p:nvSpPr>
        <p:spPr>
          <a:xfrm xmlns:a="http://schemas.openxmlformats.org/drawingml/2006/main">
            <a:off x="3063240" y="267652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Evaluate</a:t>
            </a:r>
          </a:p>
        </p:txBody>
      </p:sp>
      <p:sp>
        <p:nvSpPr>
          <p:cNvPr id="11" name="">
            <a:extLst xmlns:a="http://schemas.openxmlformats.org/drawingml/2006/main">
              <a:ext uri="{FF2B5EF4-FFF2-40B4-BE49-F238E27FC236}">
                <a16:creationId xmlns:a16="http://schemas.microsoft.com/office/drawing/2014/main" id="{27928DEA-5727-4F25-81A4-5BB24D8AC81F}"/>
              </a:ext>
            </a:extLst>
          </p:cNvPr>
          <p:cNvSpPr>
            <a:spLocks xmlns:a="http://schemas.openxmlformats.org/drawingml/2006/main" noGrp="1"/>
          </p:cNvSpPr>
          <p:nvPr/>
        </p:nvSpPr>
        <p:spPr>
          <a:xfrm xmlns:a="http://schemas.openxmlformats.org/drawingml/2006/main">
            <a:off x="5097780" y="223837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CAB7B7D8-DB96-42BC-855A-666905535050}"/>
              </a:ext>
            </a:extLst>
          </p:cNvPr>
          <p:cNvSpPr>
            <a:spLocks xmlns:a="http://schemas.openxmlformats.org/drawingml/2006/main" noGrp="1"/>
          </p:cNvSpPr>
          <p:nvPr/>
        </p:nvSpPr>
        <p:spPr>
          <a:xfrm xmlns:a="http://schemas.openxmlformats.org/drawingml/2006/main">
            <a:off x="5231130" y="235267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E00F0837-582B-4D03-B3B9-6A4E45226FD0}"/>
              </a:ext>
            </a:extLst>
          </p:cNvPr>
          <p:cNvSpPr>
            <a:spLocks xmlns:a="http://schemas.openxmlformats.org/drawingml/2006/main" noGrp="1"/>
          </p:cNvSpPr>
          <p:nvPr/>
        </p:nvSpPr>
        <p:spPr>
          <a:xfrm xmlns:a="http://schemas.openxmlformats.org/drawingml/2006/main">
            <a:off x="5231130" y="267652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Control</a:t>
            </a:r>
          </a:p>
        </p:txBody>
      </p:sp>
      <p:sp>
        <p:nvSpPr>
          <p:cNvPr id="14" name="">
            <a:extLst xmlns:a="http://schemas.openxmlformats.org/drawingml/2006/main">
              <a:ext uri="{FF2B5EF4-FFF2-40B4-BE49-F238E27FC236}">
                <a16:creationId xmlns:a16="http://schemas.microsoft.com/office/drawing/2014/main" id="{4160DEC9-B551-48BE-8DBD-865160CCEFEE}"/>
              </a:ext>
            </a:extLst>
          </p:cNvPr>
          <p:cNvSpPr>
            <a:spLocks xmlns:a="http://schemas.openxmlformats.org/drawingml/2006/main" noGrp="1"/>
          </p:cNvSpPr>
          <p:nvPr/>
        </p:nvSpPr>
        <p:spPr>
          <a:xfrm xmlns:a="http://schemas.openxmlformats.org/drawingml/2006/main">
            <a:off x="7265670" y="223837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8EB21555-FC12-4868-8A00-1C48CF5C4CAC}"/>
              </a:ext>
            </a:extLst>
          </p:cNvPr>
          <p:cNvSpPr>
            <a:spLocks xmlns:a="http://schemas.openxmlformats.org/drawingml/2006/main" noGrp="1"/>
          </p:cNvSpPr>
          <p:nvPr/>
        </p:nvSpPr>
        <p:spPr>
          <a:xfrm xmlns:a="http://schemas.openxmlformats.org/drawingml/2006/main">
            <a:off x="7399020" y="235267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ACA5F7FB-E6E3-420F-8E4C-D82C21A3467A}"/>
              </a:ext>
            </a:extLst>
          </p:cNvPr>
          <p:cNvSpPr>
            <a:spLocks xmlns:a="http://schemas.openxmlformats.org/drawingml/2006/main" noGrp="1"/>
          </p:cNvSpPr>
          <p:nvPr/>
        </p:nvSpPr>
        <p:spPr>
          <a:xfrm xmlns:a="http://schemas.openxmlformats.org/drawingml/2006/main">
            <a:off x="7399020" y="267652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Operate</a:t>
            </a:r>
          </a:p>
        </p:txBody>
      </p:sp>
      <p:sp>
        <p:nvSpPr>
          <p:cNvPr id="17" name="">
            <a:extLst xmlns:a="http://schemas.openxmlformats.org/drawingml/2006/main">
              <a:ext uri="{FF2B5EF4-FFF2-40B4-BE49-F238E27FC236}">
                <a16:creationId xmlns:a16="http://schemas.microsoft.com/office/drawing/2014/main" id="{340411A0-52EB-4BD4-B433-124D130F0F87}"/>
              </a:ext>
            </a:extLst>
          </p:cNvPr>
          <p:cNvSpPr>
            <a:spLocks xmlns:a="http://schemas.openxmlformats.org/drawingml/2006/main" noGrp="1"/>
          </p:cNvSpPr>
          <p:nvPr/>
        </p:nvSpPr>
        <p:spPr>
          <a:xfrm xmlns:a="http://schemas.openxmlformats.org/drawingml/2006/main">
            <a:off x="9433560" y="2238375"/>
            <a:ext cx="1996440"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18" name="">
            <a:extLst xmlns:a="http://schemas.openxmlformats.org/drawingml/2006/main">
              <a:ext uri="{FF2B5EF4-FFF2-40B4-BE49-F238E27FC236}">
                <a16:creationId xmlns:a16="http://schemas.microsoft.com/office/drawing/2014/main" id="{EAD9707B-98CF-440F-9A3E-8374F23A0277}"/>
              </a:ext>
            </a:extLst>
          </p:cNvPr>
          <p:cNvSpPr>
            <a:spLocks xmlns:a="http://schemas.openxmlformats.org/drawingml/2006/main" noGrp="1"/>
          </p:cNvSpPr>
          <p:nvPr/>
        </p:nvSpPr>
        <p:spPr>
          <a:xfrm xmlns:a="http://schemas.openxmlformats.org/drawingml/2006/main">
            <a:off x="9566910" y="235267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6F9F9B03-17DD-4EE1-9F93-C700B38B6609}"/>
              </a:ext>
            </a:extLst>
          </p:cNvPr>
          <p:cNvSpPr>
            <a:spLocks xmlns:a="http://schemas.openxmlformats.org/drawingml/2006/main" noGrp="1"/>
          </p:cNvSpPr>
          <p:nvPr/>
        </p:nvSpPr>
        <p:spPr>
          <a:xfrm xmlns:a="http://schemas.openxmlformats.org/drawingml/2006/main">
            <a:off x="9566910" y="267652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Govern</a:t>
            </a:r>
          </a:p>
        </p:txBody>
      </p:sp>
      <p:sp>
        <p:nvSpPr>
          <p:cNvPr id="20" name="">
            <a:extLst xmlns:a="http://schemas.openxmlformats.org/drawingml/2006/main">
              <a:ext uri="{FF2B5EF4-FFF2-40B4-BE49-F238E27FC236}">
                <a16:creationId xmlns:a16="http://schemas.microsoft.com/office/drawing/2014/main" id="{FBC0AA78-9F66-4CC1-BD27-4583DDDF3D3E}"/>
              </a:ext>
            </a:extLst>
          </p:cNvPr>
          <p:cNvSpPr>
            <a:spLocks xmlns:a="http://schemas.openxmlformats.org/drawingml/2006/main" noGrp="1"/>
          </p:cNvSpPr>
          <p:nvPr/>
        </p:nvSpPr>
        <p:spPr>
          <a:xfrm xmlns:a="http://schemas.openxmlformats.org/drawingml/2006/main">
            <a:off x="1428750" y="4333875"/>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ctr">
              <a:defRPr sz="2025" b="1">
                <a:solidFill>
                  <a:srgbClr val="F3F6F7"/>
                </a:solidFill>
                <a:latin typeface="Calibri"/>
                <a:ea typeface="Calibri"/>
                <a:cs typeface="Calibri"/>
              </a:defRPr>
            </a:pPr>
            <a:r>
              <a:rPr sz="2025" b="1">
                <a:solidFill>
                  <a:srgbClr val="F3F6F7"/>
                </a:solidFill>
                <a:latin typeface="Calibri"/>
                <a:ea typeface="Calibri"/>
                <a:cs typeface="Calibri"/>
              </a:rPr>
              <a:t>By the end, learners can specify evidence and decision gates across the complete ML lifecycle.</a:t>
            </a:r>
          </a:p>
        </p:txBody>
      </p:sp>
      <p:sp>
        <p:nvSpPr>
          <p:cNvPr id="21" name="">
            <a:extLst xmlns:a="http://schemas.openxmlformats.org/drawingml/2006/main">
              <a:ext uri="{FF2B5EF4-FFF2-40B4-BE49-F238E27FC236}">
                <a16:creationId xmlns:a16="http://schemas.microsoft.com/office/drawing/2014/main" id="{8E4132ED-B2A4-44FF-9BC7-7D50F4BDA529}"/>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Evidence must remain attributable, testable, and reversible</a:t>
            </a:r>
          </a:p>
        </p:txBody>
      </p:sp>
    </p:spTree>
    <p:extLst>
      <p:ext uri="{BB962C8B-B14F-4D97-AF65-F5344CB8AC3E}">
        <p14:creationId xmlns:p14="http://schemas.microsoft.com/office/powerpoint/2010/main" val="816069681"/>
      </p:ext>
    </p:extLst>
  </p:cSld>
</p:sld>
</file>

<file path=ppt/slides/slide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AB3EFE-DD00-4328-ADDC-14119CF20C6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8636E2B1-0805-44A1-B5FE-D51C1C424636}"/>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6FD3A54B-275F-4F30-B1E0-DA4425F613F0}"/>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B256B6FD-041F-4EE4-A106-A6505E427B59}"/>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The production object</a:t>
            </a:r>
          </a:p>
        </p:txBody>
      </p:sp>
      <p:sp>
        <p:nvSpPr>
          <p:cNvPr id="5" name="">
            <a:extLst xmlns:a="http://schemas.openxmlformats.org/drawingml/2006/main">
              <a:ext uri="{FF2B5EF4-FFF2-40B4-BE49-F238E27FC236}">
                <a16:creationId xmlns:a16="http://schemas.microsoft.com/office/drawing/2014/main" id="{AB12873C-7EB9-4C5D-B5F9-8F63E68FD843}"/>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12798287-F598-42BD-B4CC-65280B61BBB7}"/>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B714FEA5-5546-4896-A0DD-88896613D8DF}"/>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The model file</a:t>
            </a:r>
          </a:p>
        </p:txBody>
      </p:sp>
      <p:sp>
        <p:nvSpPr>
          <p:cNvPr id="8" name="">
            <a:extLst xmlns:a="http://schemas.openxmlformats.org/drawingml/2006/main">
              <a:ext uri="{FF2B5EF4-FFF2-40B4-BE49-F238E27FC236}">
                <a16:creationId xmlns:a16="http://schemas.microsoft.com/office/drawing/2014/main" id="{B57B9B9F-5722-4EE1-966A-8412E24F7ABA}"/>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Weights or coefficients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Preprocessing pipeline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Prediction interface</a:t>
            </a:r>
          </a:p>
        </p:txBody>
      </p:sp>
      <p:sp>
        <p:nvSpPr>
          <p:cNvPr id="9" name="">
            <a:extLst xmlns:a="http://schemas.openxmlformats.org/drawingml/2006/main">
              <a:ext uri="{FF2B5EF4-FFF2-40B4-BE49-F238E27FC236}">
                <a16:creationId xmlns:a16="http://schemas.microsoft.com/office/drawing/2014/main" id="{6D628A6C-BB9C-45AA-A653-589D5E2183FE}"/>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The governed system</a:t>
            </a:r>
          </a:p>
        </p:txBody>
      </p:sp>
      <p:sp>
        <p:nvSpPr>
          <p:cNvPr id="10" name="">
            <a:extLst xmlns:a="http://schemas.openxmlformats.org/drawingml/2006/main">
              <a:ext uri="{FF2B5EF4-FFF2-40B4-BE49-F238E27FC236}">
                <a16:creationId xmlns:a16="http://schemas.microsoft.com/office/drawing/2014/main" id="{7BEB0DA5-8B19-4A8C-AEA5-B3D455FE40BD}"/>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Data contract and lineage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Environment and tests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Approval and monitoring</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Incident, rollback, retirement</a:t>
            </a:r>
          </a:p>
        </p:txBody>
      </p:sp>
      <p:sp>
        <p:nvSpPr>
          <p:cNvPr id="11" name="">
            <a:extLst xmlns:a="http://schemas.openxmlformats.org/drawingml/2006/main">
              <a:ext uri="{FF2B5EF4-FFF2-40B4-BE49-F238E27FC236}">
                <a16:creationId xmlns:a16="http://schemas.microsoft.com/office/drawing/2014/main" id="{64790E15-E741-45D2-9E24-D1736CF134EF}"/>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The system is the unit of accountability</a:t>
            </a:r>
          </a:p>
        </p:txBody>
      </p:sp>
    </p:spTree>
    <p:extLst>
      <p:ext uri="{BB962C8B-B14F-4D97-AF65-F5344CB8AC3E}">
        <p14:creationId xmlns:p14="http://schemas.microsoft.com/office/powerpoint/2010/main" val="1791319604"/>
      </p:ext>
    </p:extLst>
  </p:cSld>
</p:sld>
</file>

<file path=ppt/slides/slide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7C62222-B068-4324-8F67-F9E54462807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06AA3BFF-373D-4EB6-AB2C-4A9C943E7B5D}"/>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F5850CCB-F28C-46D4-BC24-7AF1FA6C052D}"/>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2D30BA18-DFCA-4E62-B82B-A1874109377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Lifecycle states</a:t>
            </a:r>
          </a:p>
        </p:txBody>
      </p:sp>
      <p:sp>
        <p:nvSpPr>
          <p:cNvPr id="5" name="">
            <a:extLst xmlns:a="http://schemas.openxmlformats.org/drawingml/2006/main">
              <a:ext uri="{FF2B5EF4-FFF2-40B4-BE49-F238E27FC236}">
                <a16:creationId xmlns:a16="http://schemas.microsoft.com/office/drawing/2014/main" id="{E99006D7-A4B0-42FA-ADED-A074174A6A3E}"/>
              </a:ext>
            </a:extLst>
          </p:cNvPr>
          <p:cNvSpPr>
            <a:spLocks xmlns:a="http://schemas.openxmlformats.org/drawingml/2006/main" noGrp="1"/>
          </p:cNvSpPr>
          <p:nvPr/>
        </p:nvSpPr>
        <p:spPr>
          <a:xfrm xmlns:a="http://schemas.openxmlformats.org/drawingml/2006/main">
            <a:off x="762000" y="18097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AE4DC7C8-F076-40A5-B916-43BC3F99F334}"/>
              </a:ext>
            </a:extLst>
          </p:cNvPr>
          <p:cNvSpPr>
            <a:spLocks xmlns:a="http://schemas.openxmlformats.org/drawingml/2006/main" noGrp="1"/>
          </p:cNvSpPr>
          <p:nvPr/>
        </p:nvSpPr>
        <p:spPr>
          <a:xfrm xmlns:a="http://schemas.openxmlformats.org/drawingml/2006/main">
            <a:off x="895350" y="19240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AE2A6625-AE30-4153-9F61-CB7AFB426888}"/>
              </a:ext>
            </a:extLst>
          </p:cNvPr>
          <p:cNvSpPr>
            <a:spLocks xmlns:a="http://schemas.openxmlformats.org/drawingml/2006/main" noGrp="1"/>
          </p:cNvSpPr>
          <p:nvPr/>
        </p:nvSpPr>
        <p:spPr>
          <a:xfrm xmlns:a="http://schemas.openxmlformats.org/drawingml/2006/main">
            <a:off x="895350" y="22479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Frame</a:t>
            </a:r>
          </a:p>
        </p:txBody>
      </p:sp>
      <p:sp>
        <p:nvSpPr>
          <p:cNvPr id="8" name="">
            <a:extLst xmlns:a="http://schemas.openxmlformats.org/drawingml/2006/main">
              <a:ext uri="{FF2B5EF4-FFF2-40B4-BE49-F238E27FC236}">
                <a16:creationId xmlns:a16="http://schemas.microsoft.com/office/drawing/2014/main" id="{DEB78A2C-C9CA-4C08-97A7-EE1AA43589AA}"/>
              </a:ext>
            </a:extLst>
          </p:cNvPr>
          <p:cNvSpPr>
            <a:spLocks xmlns:a="http://schemas.openxmlformats.org/drawingml/2006/main" noGrp="1"/>
          </p:cNvSpPr>
          <p:nvPr/>
        </p:nvSpPr>
        <p:spPr>
          <a:xfrm xmlns:a="http://schemas.openxmlformats.org/drawingml/2006/main">
            <a:off x="2568575" y="18097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6309B94B-CE23-4B10-96CD-C73427681686}"/>
              </a:ext>
            </a:extLst>
          </p:cNvPr>
          <p:cNvSpPr>
            <a:spLocks xmlns:a="http://schemas.openxmlformats.org/drawingml/2006/main" noGrp="1"/>
          </p:cNvSpPr>
          <p:nvPr/>
        </p:nvSpPr>
        <p:spPr>
          <a:xfrm xmlns:a="http://schemas.openxmlformats.org/drawingml/2006/main">
            <a:off x="2701925" y="19240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97961CCA-39D5-44A1-8CB0-38E13CA44D4A}"/>
              </a:ext>
            </a:extLst>
          </p:cNvPr>
          <p:cNvSpPr>
            <a:spLocks xmlns:a="http://schemas.openxmlformats.org/drawingml/2006/main" noGrp="1"/>
          </p:cNvSpPr>
          <p:nvPr/>
        </p:nvSpPr>
        <p:spPr>
          <a:xfrm xmlns:a="http://schemas.openxmlformats.org/drawingml/2006/main">
            <a:off x="2701925" y="22479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Accept data</a:t>
            </a:r>
          </a:p>
        </p:txBody>
      </p:sp>
      <p:sp>
        <p:nvSpPr>
          <p:cNvPr id="11" name="">
            <a:extLst xmlns:a="http://schemas.openxmlformats.org/drawingml/2006/main">
              <a:ext uri="{FF2B5EF4-FFF2-40B4-BE49-F238E27FC236}">
                <a16:creationId xmlns:a16="http://schemas.microsoft.com/office/drawing/2014/main" id="{83D4894F-4206-4B5E-BBF9-172C97FB91F3}"/>
              </a:ext>
            </a:extLst>
          </p:cNvPr>
          <p:cNvSpPr>
            <a:spLocks xmlns:a="http://schemas.openxmlformats.org/drawingml/2006/main" noGrp="1"/>
          </p:cNvSpPr>
          <p:nvPr/>
        </p:nvSpPr>
        <p:spPr>
          <a:xfrm xmlns:a="http://schemas.openxmlformats.org/drawingml/2006/main">
            <a:off x="4375150" y="18097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B9707C36-7F30-423D-959B-3A494B151EB8}"/>
              </a:ext>
            </a:extLst>
          </p:cNvPr>
          <p:cNvSpPr>
            <a:spLocks xmlns:a="http://schemas.openxmlformats.org/drawingml/2006/main" noGrp="1"/>
          </p:cNvSpPr>
          <p:nvPr/>
        </p:nvSpPr>
        <p:spPr>
          <a:xfrm xmlns:a="http://schemas.openxmlformats.org/drawingml/2006/main">
            <a:off x="4508500" y="19240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781E6AAE-C9CD-4BA2-A407-CA9477E2CBFE}"/>
              </a:ext>
            </a:extLst>
          </p:cNvPr>
          <p:cNvSpPr>
            <a:spLocks xmlns:a="http://schemas.openxmlformats.org/drawingml/2006/main" noGrp="1"/>
          </p:cNvSpPr>
          <p:nvPr/>
        </p:nvSpPr>
        <p:spPr>
          <a:xfrm xmlns:a="http://schemas.openxmlformats.org/drawingml/2006/main">
            <a:off x="4508500" y="22479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Experiment</a:t>
            </a:r>
          </a:p>
        </p:txBody>
      </p:sp>
      <p:sp>
        <p:nvSpPr>
          <p:cNvPr id="14" name="">
            <a:extLst xmlns:a="http://schemas.openxmlformats.org/drawingml/2006/main">
              <a:ext uri="{FF2B5EF4-FFF2-40B4-BE49-F238E27FC236}">
                <a16:creationId xmlns:a16="http://schemas.microsoft.com/office/drawing/2014/main" id="{4B821DD8-AE5F-4A24-A4F5-6DD006B933FE}"/>
              </a:ext>
            </a:extLst>
          </p:cNvPr>
          <p:cNvSpPr>
            <a:spLocks xmlns:a="http://schemas.openxmlformats.org/drawingml/2006/main" noGrp="1"/>
          </p:cNvSpPr>
          <p:nvPr/>
        </p:nvSpPr>
        <p:spPr>
          <a:xfrm xmlns:a="http://schemas.openxmlformats.org/drawingml/2006/main">
            <a:off x="6181725" y="18097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397FCEA1-D13D-49A0-AAB8-41E2CC5ABF59}"/>
              </a:ext>
            </a:extLst>
          </p:cNvPr>
          <p:cNvSpPr>
            <a:spLocks xmlns:a="http://schemas.openxmlformats.org/drawingml/2006/main" noGrp="1"/>
          </p:cNvSpPr>
          <p:nvPr/>
        </p:nvSpPr>
        <p:spPr>
          <a:xfrm xmlns:a="http://schemas.openxmlformats.org/drawingml/2006/main">
            <a:off x="6315075" y="19240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997E585E-77EE-49FE-B875-4F791329A2F9}"/>
              </a:ext>
            </a:extLst>
          </p:cNvPr>
          <p:cNvSpPr>
            <a:spLocks xmlns:a="http://schemas.openxmlformats.org/drawingml/2006/main" noGrp="1"/>
          </p:cNvSpPr>
          <p:nvPr/>
        </p:nvSpPr>
        <p:spPr>
          <a:xfrm xmlns:a="http://schemas.openxmlformats.org/drawingml/2006/main">
            <a:off x="6315075" y="22479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Validate</a:t>
            </a:r>
          </a:p>
        </p:txBody>
      </p:sp>
      <p:sp>
        <p:nvSpPr>
          <p:cNvPr id="17" name="">
            <a:extLst xmlns:a="http://schemas.openxmlformats.org/drawingml/2006/main">
              <a:ext uri="{FF2B5EF4-FFF2-40B4-BE49-F238E27FC236}">
                <a16:creationId xmlns:a16="http://schemas.microsoft.com/office/drawing/2014/main" id="{69089478-AD0B-4F8C-8F7B-DF1BC0B3B3C9}"/>
              </a:ext>
            </a:extLst>
          </p:cNvPr>
          <p:cNvSpPr>
            <a:spLocks xmlns:a="http://schemas.openxmlformats.org/drawingml/2006/main" noGrp="1"/>
          </p:cNvSpPr>
          <p:nvPr/>
        </p:nvSpPr>
        <p:spPr>
          <a:xfrm xmlns:a="http://schemas.openxmlformats.org/drawingml/2006/main">
            <a:off x="7988300" y="18097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8" name="">
            <a:extLst xmlns:a="http://schemas.openxmlformats.org/drawingml/2006/main">
              <a:ext uri="{FF2B5EF4-FFF2-40B4-BE49-F238E27FC236}">
                <a16:creationId xmlns:a16="http://schemas.microsoft.com/office/drawing/2014/main" id="{FA494ABC-B343-4788-8134-1AD7BF7C239E}"/>
              </a:ext>
            </a:extLst>
          </p:cNvPr>
          <p:cNvSpPr>
            <a:spLocks xmlns:a="http://schemas.openxmlformats.org/drawingml/2006/main" noGrp="1"/>
          </p:cNvSpPr>
          <p:nvPr/>
        </p:nvSpPr>
        <p:spPr>
          <a:xfrm xmlns:a="http://schemas.openxmlformats.org/drawingml/2006/main">
            <a:off x="8121650" y="19240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7CED6930-5285-4508-9206-B45262C0AE17}"/>
              </a:ext>
            </a:extLst>
          </p:cNvPr>
          <p:cNvSpPr>
            <a:spLocks xmlns:a="http://schemas.openxmlformats.org/drawingml/2006/main" noGrp="1"/>
          </p:cNvSpPr>
          <p:nvPr/>
        </p:nvSpPr>
        <p:spPr>
          <a:xfrm xmlns:a="http://schemas.openxmlformats.org/drawingml/2006/main">
            <a:off x="8121650" y="22479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Register</a:t>
            </a:r>
          </a:p>
        </p:txBody>
      </p:sp>
      <p:sp>
        <p:nvSpPr>
          <p:cNvPr id="20" name="">
            <a:extLst xmlns:a="http://schemas.openxmlformats.org/drawingml/2006/main">
              <a:ext uri="{FF2B5EF4-FFF2-40B4-BE49-F238E27FC236}">
                <a16:creationId xmlns:a16="http://schemas.microsoft.com/office/drawing/2014/main" id="{3AF23FD1-A9E3-48C4-9124-80441BD63700}"/>
              </a:ext>
            </a:extLst>
          </p:cNvPr>
          <p:cNvSpPr>
            <a:spLocks xmlns:a="http://schemas.openxmlformats.org/drawingml/2006/main" noGrp="1"/>
          </p:cNvSpPr>
          <p:nvPr/>
        </p:nvSpPr>
        <p:spPr>
          <a:xfrm xmlns:a="http://schemas.openxmlformats.org/drawingml/2006/main">
            <a:off x="9794875" y="1809750"/>
            <a:ext cx="1635125"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21" name="">
            <a:extLst xmlns:a="http://schemas.openxmlformats.org/drawingml/2006/main">
              <a:ext uri="{FF2B5EF4-FFF2-40B4-BE49-F238E27FC236}">
                <a16:creationId xmlns:a16="http://schemas.microsoft.com/office/drawing/2014/main" id="{0A031707-D27C-4ABA-83A9-132C3BFD315E}"/>
              </a:ext>
            </a:extLst>
          </p:cNvPr>
          <p:cNvSpPr>
            <a:spLocks xmlns:a="http://schemas.openxmlformats.org/drawingml/2006/main" noGrp="1"/>
          </p:cNvSpPr>
          <p:nvPr/>
        </p:nvSpPr>
        <p:spPr>
          <a:xfrm xmlns:a="http://schemas.openxmlformats.org/drawingml/2006/main">
            <a:off x="9928225" y="19240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06</a:t>
            </a:r>
          </a:p>
        </p:txBody>
      </p:sp>
      <p:sp>
        <p:nvSpPr>
          <p:cNvPr id="22" name="">
            <a:extLst xmlns:a="http://schemas.openxmlformats.org/drawingml/2006/main">
              <a:ext uri="{FF2B5EF4-FFF2-40B4-BE49-F238E27FC236}">
                <a16:creationId xmlns:a16="http://schemas.microsoft.com/office/drawing/2014/main" id="{DBF87578-7B6C-4ECE-ABB8-78DB36F02B03}"/>
              </a:ext>
            </a:extLst>
          </p:cNvPr>
          <p:cNvSpPr>
            <a:spLocks xmlns:a="http://schemas.openxmlformats.org/drawingml/2006/main" noGrp="1"/>
          </p:cNvSpPr>
          <p:nvPr/>
        </p:nvSpPr>
        <p:spPr>
          <a:xfrm xmlns:a="http://schemas.openxmlformats.org/drawingml/2006/main">
            <a:off x="9928225" y="22479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Approve</a:t>
            </a:r>
          </a:p>
        </p:txBody>
      </p:sp>
      <p:sp>
        <p:nvSpPr>
          <p:cNvPr id="23" name="">
            <a:extLst xmlns:a="http://schemas.openxmlformats.org/drawingml/2006/main">
              <a:ext uri="{FF2B5EF4-FFF2-40B4-BE49-F238E27FC236}">
                <a16:creationId xmlns:a16="http://schemas.microsoft.com/office/drawing/2014/main" id="{5BC00963-2FA6-4D65-AA4A-B466EEA517F5}"/>
              </a:ext>
            </a:extLst>
          </p:cNvPr>
          <p:cNvSpPr>
            <a:spLocks xmlns:a="http://schemas.openxmlformats.org/drawingml/2006/main" noGrp="1"/>
          </p:cNvSpPr>
          <p:nvPr/>
        </p:nvSpPr>
        <p:spPr>
          <a:xfrm xmlns:a="http://schemas.openxmlformats.org/drawingml/2006/main">
            <a:off x="762000" y="381000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24" name="">
            <a:extLst xmlns:a="http://schemas.openxmlformats.org/drawingml/2006/main">
              <a:ext uri="{FF2B5EF4-FFF2-40B4-BE49-F238E27FC236}">
                <a16:creationId xmlns:a16="http://schemas.microsoft.com/office/drawing/2014/main" id="{ACE8DF83-61BB-4BD1-B9F5-678827CE7FF0}"/>
              </a:ext>
            </a:extLst>
          </p:cNvPr>
          <p:cNvSpPr>
            <a:spLocks xmlns:a="http://schemas.openxmlformats.org/drawingml/2006/main" noGrp="1"/>
          </p:cNvSpPr>
          <p:nvPr/>
        </p:nvSpPr>
        <p:spPr>
          <a:xfrm xmlns:a="http://schemas.openxmlformats.org/drawingml/2006/main">
            <a:off x="895350" y="392430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25" name="">
            <a:extLst xmlns:a="http://schemas.openxmlformats.org/drawingml/2006/main">
              <a:ext uri="{FF2B5EF4-FFF2-40B4-BE49-F238E27FC236}">
                <a16:creationId xmlns:a16="http://schemas.microsoft.com/office/drawing/2014/main" id="{927EC61D-8C99-412B-85B5-1781FECDBAF3}"/>
              </a:ext>
            </a:extLst>
          </p:cNvPr>
          <p:cNvSpPr>
            <a:spLocks xmlns:a="http://schemas.openxmlformats.org/drawingml/2006/main" noGrp="1"/>
          </p:cNvSpPr>
          <p:nvPr/>
        </p:nvSpPr>
        <p:spPr>
          <a:xfrm xmlns:a="http://schemas.openxmlformats.org/drawingml/2006/main">
            <a:off x="895350" y="424815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Deploy</a:t>
            </a:r>
          </a:p>
        </p:txBody>
      </p:sp>
      <p:sp>
        <p:nvSpPr>
          <p:cNvPr id="26" name="">
            <a:extLst xmlns:a="http://schemas.openxmlformats.org/drawingml/2006/main">
              <a:ext uri="{FF2B5EF4-FFF2-40B4-BE49-F238E27FC236}">
                <a16:creationId xmlns:a16="http://schemas.microsoft.com/office/drawing/2014/main" id="{3AC9D712-5369-44E8-8DFD-660593C2EBE2}"/>
              </a:ext>
            </a:extLst>
          </p:cNvPr>
          <p:cNvSpPr>
            <a:spLocks xmlns:a="http://schemas.openxmlformats.org/drawingml/2006/main" noGrp="1"/>
          </p:cNvSpPr>
          <p:nvPr/>
        </p:nvSpPr>
        <p:spPr>
          <a:xfrm xmlns:a="http://schemas.openxmlformats.org/drawingml/2006/main">
            <a:off x="2929890" y="381000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27" name="">
            <a:extLst xmlns:a="http://schemas.openxmlformats.org/drawingml/2006/main">
              <a:ext uri="{FF2B5EF4-FFF2-40B4-BE49-F238E27FC236}">
                <a16:creationId xmlns:a16="http://schemas.microsoft.com/office/drawing/2014/main" id="{CF7958F4-71E6-497B-9892-75CDE35A1D05}"/>
              </a:ext>
            </a:extLst>
          </p:cNvPr>
          <p:cNvSpPr>
            <a:spLocks xmlns:a="http://schemas.openxmlformats.org/drawingml/2006/main" noGrp="1"/>
          </p:cNvSpPr>
          <p:nvPr/>
        </p:nvSpPr>
        <p:spPr>
          <a:xfrm xmlns:a="http://schemas.openxmlformats.org/drawingml/2006/main">
            <a:off x="3063240" y="392430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28" name="">
            <a:extLst xmlns:a="http://schemas.openxmlformats.org/drawingml/2006/main">
              <a:ext uri="{FF2B5EF4-FFF2-40B4-BE49-F238E27FC236}">
                <a16:creationId xmlns:a16="http://schemas.microsoft.com/office/drawing/2014/main" id="{C176B934-8E89-4226-8F5A-7FBE7E6C4080}"/>
              </a:ext>
            </a:extLst>
          </p:cNvPr>
          <p:cNvSpPr>
            <a:spLocks xmlns:a="http://schemas.openxmlformats.org/drawingml/2006/main" noGrp="1"/>
          </p:cNvSpPr>
          <p:nvPr/>
        </p:nvSpPr>
        <p:spPr>
          <a:xfrm xmlns:a="http://schemas.openxmlformats.org/drawingml/2006/main">
            <a:off x="3063240" y="424815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Monitor</a:t>
            </a:r>
          </a:p>
        </p:txBody>
      </p:sp>
      <p:sp>
        <p:nvSpPr>
          <p:cNvPr id="29" name="">
            <a:extLst xmlns:a="http://schemas.openxmlformats.org/drawingml/2006/main">
              <a:ext uri="{FF2B5EF4-FFF2-40B4-BE49-F238E27FC236}">
                <a16:creationId xmlns:a16="http://schemas.microsoft.com/office/drawing/2014/main" id="{968C4DB2-1B5E-4C95-9DB9-4B15D146AFF7}"/>
              </a:ext>
            </a:extLst>
          </p:cNvPr>
          <p:cNvSpPr>
            <a:spLocks xmlns:a="http://schemas.openxmlformats.org/drawingml/2006/main" noGrp="1"/>
          </p:cNvSpPr>
          <p:nvPr/>
        </p:nvSpPr>
        <p:spPr>
          <a:xfrm xmlns:a="http://schemas.openxmlformats.org/drawingml/2006/main">
            <a:off x="5097780" y="381000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30" name="">
            <a:extLst xmlns:a="http://schemas.openxmlformats.org/drawingml/2006/main">
              <a:ext uri="{FF2B5EF4-FFF2-40B4-BE49-F238E27FC236}">
                <a16:creationId xmlns:a16="http://schemas.microsoft.com/office/drawing/2014/main" id="{B5EDD9C5-B2D7-4B6F-BDF5-B4BA18D2D5E9}"/>
              </a:ext>
            </a:extLst>
          </p:cNvPr>
          <p:cNvSpPr>
            <a:spLocks xmlns:a="http://schemas.openxmlformats.org/drawingml/2006/main" noGrp="1"/>
          </p:cNvSpPr>
          <p:nvPr/>
        </p:nvSpPr>
        <p:spPr>
          <a:xfrm xmlns:a="http://schemas.openxmlformats.org/drawingml/2006/main">
            <a:off x="5231130" y="392430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31" name="">
            <a:extLst xmlns:a="http://schemas.openxmlformats.org/drawingml/2006/main">
              <a:ext uri="{FF2B5EF4-FFF2-40B4-BE49-F238E27FC236}">
                <a16:creationId xmlns:a16="http://schemas.microsoft.com/office/drawing/2014/main" id="{2F386ADE-200C-4A4B-BC6A-7A6B5D77ADC7}"/>
              </a:ext>
            </a:extLst>
          </p:cNvPr>
          <p:cNvSpPr>
            <a:spLocks xmlns:a="http://schemas.openxmlformats.org/drawingml/2006/main" noGrp="1"/>
          </p:cNvSpPr>
          <p:nvPr/>
        </p:nvSpPr>
        <p:spPr>
          <a:xfrm xmlns:a="http://schemas.openxmlformats.org/drawingml/2006/main">
            <a:off x="5231130" y="424815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Change</a:t>
            </a:r>
          </a:p>
        </p:txBody>
      </p:sp>
      <p:sp>
        <p:nvSpPr>
          <p:cNvPr id="32" name="">
            <a:extLst xmlns:a="http://schemas.openxmlformats.org/drawingml/2006/main">
              <a:ext uri="{FF2B5EF4-FFF2-40B4-BE49-F238E27FC236}">
                <a16:creationId xmlns:a16="http://schemas.microsoft.com/office/drawing/2014/main" id="{92720005-F5FE-4393-B3DA-EEB4EEA7DD72}"/>
              </a:ext>
            </a:extLst>
          </p:cNvPr>
          <p:cNvSpPr>
            <a:spLocks xmlns:a="http://schemas.openxmlformats.org/drawingml/2006/main" noGrp="1"/>
          </p:cNvSpPr>
          <p:nvPr/>
        </p:nvSpPr>
        <p:spPr>
          <a:xfrm xmlns:a="http://schemas.openxmlformats.org/drawingml/2006/main">
            <a:off x="7265670" y="381000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33" name="">
            <a:extLst xmlns:a="http://schemas.openxmlformats.org/drawingml/2006/main">
              <a:ext uri="{FF2B5EF4-FFF2-40B4-BE49-F238E27FC236}">
                <a16:creationId xmlns:a16="http://schemas.microsoft.com/office/drawing/2014/main" id="{27C4CC14-7C98-45AA-8D18-BEE734C42944}"/>
              </a:ext>
            </a:extLst>
          </p:cNvPr>
          <p:cNvSpPr>
            <a:spLocks xmlns:a="http://schemas.openxmlformats.org/drawingml/2006/main" noGrp="1"/>
          </p:cNvSpPr>
          <p:nvPr/>
        </p:nvSpPr>
        <p:spPr>
          <a:xfrm xmlns:a="http://schemas.openxmlformats.org/drawingml/2006/main">
            <a:off x="7399020" y="392430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34" name="">
            <a:extLst xmlns:a="http://schemas.openxmlformats.org/drawingml/2006/main">
              <a:ext uri="{FF2B5EF4-FFF2-40B4-BE49-F238E27FC236}">
                <a16:creationId xmlns:a16="http://schemas.microsoft.com/office/drawing/2014/main" id="{E6079F4E-1725-4148-9F55-D9C0FBA924FF}"/>
              </a:ext>
            </a:extLst>
          </p:cNvPr>
          <p:cNvSpPr>
            <a:spLocks xmlns:a="http://schemas.openxmlformats.org/drawingml/2006/main" noGrp="1"/>
          </p:cNvSpPr>
          <p:nvPr/>
        </p:nvSpPr>
        <p:spPr>
          <a:xfrm xmlns:a="http://schemas.openxmlformats.org/drawingml/2006/main">
            <a:off x="7399020" y="424815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Rollback</a:t>
            </a:r>
          </a:p>
        </p:txBody>
      </p:sp>
      <p:sp>
        <p:nvSpPr>
          <p:cNvPr id="35" name="">
            <a:extLst xmlns:a="http://schemas.openxmlformats.org/drawingml/2006/main">
              <a:ext uri="{FF2B5EF4-FFF2-40B4-BE49-F238E27FC236}">
                <a16:creationId xmlns:a16="http://schemas.microsoft.com/office/drawing/2014/main" id="{EF2392A9-60DF-4FD1-B81C-18FA49F8562B}"/>
              </a:ext>
            </a:extLst>
          </p:cNvPr>
          <p:cNvSpPr>
            <a:spLocks xmlns:a="http://schemas.openxmlformats.org/drawingml/2006/main" noGrp="1"/>
          </p:cNvSpPr>
          <p:nvPr/>
        </p:nvSpPr>
        <p:spPr>
          <a:xfrm xmlns:a="http://schemas.openxmlformats.org/drawingml/2006/main">
            <a:off x="9433560" y="3810000"/>
            <a:ext cx="1996440"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36" name="">
            <a:extLst xmlns:a="http://schemas.openxmlformats.org/drawingml/2006/main">
              <a:ext uri="{FF2B5EF4-FFF2-40B4-BE49-F238E27FC236}">
                <a16:creationId xmlns:a16="http://schemas.microsoft.com/office/drawing/2014/main" id="{5CA18EAA-884F-4237-BB75-46E70FFF98D2}"/>
              </a:ext>
            </a:extLst>
          </p:cNvPr>
          <p:cNvSpPr>
            <a:spLocks xmlns:a="http://schemas.openxmlformats.org/drawingml/2006/main" noGrp="1"/>
          </p:cNvSpPr>
          <p:nvPr/>
        </p:nvSpPr>
        <p:spPr>
          <a:xfrm xmlns:a="http://schemas.openxmlformats.org/drawingml/2006/main">
            <a:off x="9566910" y="392430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37" name="">
            <a:extLst xmlns:a="http://schemas.openxmlformats.org/drawingml/2006/main">
              <a:ext uri="{FF2B5EF4-FFF2-40B4-BE49-F238E27FC236}">
                <a16:creationId xmlns:a16="http://schemas.microsoft.com/office/drawing/2014/main" id="{6FBCE06C-5D04-4CB8-95A3-811A6A3A3F57}"/>
              </a:ext>
            </a:extLst>
          </p:cNvPr>
          <p:cNvSpPr>
            <a:spLocks xmlns:a="http://schemas.openxmlformats.org/drawingml/2006/main" noGrp="1"/>
          </p:cNvSpPr>
          <p:nvPr/>
        </p:nvSpPr>
        <p:spPr>
          <a:xfrm xmlns:a="http://schemas.openxmlformats.org/drawingml/2006/main">
            <a:off x="9566910" y="424815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Retire</a:t>
            </a:r>
          </a:p>
        </p:txBody>
      </p:sp>
      <p:sp>
        <p:nvSpPr>
          <p:cNvPr id="38" name="">
            <a:extLst xmlns:a="http://schemas.openxmlformats.org/drawingml/2006/main">
              <a:ext uri="{FF2B5EF4-FFF2-40B4-BE49-F238E27FC236}">
                <a16:creationId xmlns:a16="http://schemas.microsoft.com/office/drawing/2014/main" id="{6C795D7D-CF29-4208-A5F3-644CB959E821}"/>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Every transition has evidence, a gate, an owner, and a failure response</a:t>
            </a:r>
          </a:p>
        </p:txBody>
      </p:sp>
    </p:spTree>
    <p:extLst>
      <p:ext uri="{BB962C8B-B14F-4D97-AF65-F5344CB8AC3E}">
        <p14:creationId xmlns:p14="http://schemas.microsoft.com/office/powerpoint/2010/main" val="587330034"/>
      </p:ext>
    </p:extLst>
  </p:cSld>
</p:sld>
</file>

<file path=ppt/slides/slide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816C348-73F7-4F08-8DEB-631B831332F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7EFC2BEE-0AFA-419A-A60B-399F6BB51BAA}"/>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41F011C6-8880-4F59-8289-1DB92542DC5F}"/>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2CC21C81-0AE9-4AC4-87F3-1C3844EBDE7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Evidence and authority</a:t>
            </a:r>
          </a:p>
        </p:txBody>
      </p:sp>
      <p:sp>
        <p:nvSpPr>
          <p:cNvPr id="5" name="">
            <a:extLst xmlns:a="http://schemas.openxmlformats.org/drawingml/2006/main">
              <a:ext uri="{FF2B5EF4-FFF2-40B4-BE49-F238E27FC236}">
                <a16:creationId xmlns:a16="http://schemas.microsoft.com/office/drawing/2014/main" id="{FEA917C2-441B-4A27-9929-076596DCC30A}"/>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A487028B-5540-4B14-B581-A65E1F7F1A41}"/>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7D4D26B8-1801-45C3-87A7-3B7350AE96DF}"/>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Technical evidence</a:t>
            </a:r>
          </a:p>
        </p:txBody>
      </p:sp>
      <p:sp>
        <p:nvSpPr>
          <p:cNvPr id="8" name="">
            <a:extLst xmlns:a="http://schemas.openxmlformats.org/drawingml/2006/main">
              <a:ext uri="{FF2B5EF4-FFF2-40B4-BE49-F238E27FC236}">
                <a16:creationId xmlns:a16="http://schemas.microsoft.com/office/drawing/2014/main" id="{72EDB24B-CD11-417E-BD17-37685F7DE2A5}"/>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Accepted data</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Reproducible run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Evaluation and tests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Service readiness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Monitoring and rollback</a:t>
            </a:r>
          </a:p>
        </p:txBody>
      </p:sp>
      <p:sp>
        <p:nvSpPr>
          <p:cNvPr id="9" name="">
            <a:extLst xmlns:a="http://schemas.openxmlformats.org/drawingml/2006/main">
              <a:ext uri="{FF2B5EF4-FFF2-40B4-BE49-F238E27FC236}">
                <a16:creationId xmlns:a16="http://schemas.microsoft.com/office/drawing/2014/main" id="{56BD47BB-7727-408D-A2DA-95368C3FBEF0}"/>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Institutional authority</a:t>
            </a:r>
          </a:p>
        </p:txBody>
      </p:sp>
      <p:sp>
        <p:nvSpPr>
          <p:cNvPr id="10" name="">
            <a:extLst xmlns:a="http://schemas.openxmlformats.org/drawingml/2006/main">
              <a:ext uri="{FF2B5EF4-FFF2-40B4-BE49-F238E27FC236}">
                <a16:creationId xmlns:a16="http://schemas.microsoft.com/office/drawing/2014/main" id="{D14DBBA0-C354-4EE2-A7AA-4A7DA75F7F31}"/>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Approved purpose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Qualified reviewers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Named decision maker</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Conditions and expiry</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Contestability</a:t>
            </a:r>
          </a:p>
        </p:txBody>
      </p:sp>
      <p:sp>
        <p:nvSpPr>
          <p:cNvPr id="11" name="">
            <a:extLst xmlns:a="http://schemas.openxmlformats.org/drawingml/2006/main">
              <a:ext uri="{FF2B5EF4-FFF2-40B4-BE49-F238E27FC236}">
                <a16:creationId xmlns:a16="http://schemas.microsoft.com/office/drawing/2014/main" id="{CC6F3B1D-19FA-4B57-9BA1-EADBAEA33DDF}"/>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Passing evidence gates creates eligibility for review, not permission to deploy</a:t>
            </a:r>
          </a:p>
        </p:txBody>
      </p:sp>
    </p:spTree>
    <p:extLst>
      <p:ext uri="{BB962C8B-B14F-4D97-AF65-F5344CB8AC3E}">
        <p14:creationId xmlns:p14="http://schemas.microsoft.com/office/powerpoint/2010/main" val="381495998"/>
      </p:ext>
    </p:extLst>
  </p:cSld>
</p:sld>
</file>

<file path=ppt/slides/slide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C39DA2-C751-4C3D-AA97-94145D1BE2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6FF433D7-456D-489F-9AE2-2EBB776F3B1F}"/>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807433A9-9B95-4C10-8CCD-CA8DA95B1A25}"/>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DEAD6BBF-CD44-43CB-9E22-897B9297D33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Reproducibility contract</a:t>
            </a:r>
          </a:p>
        </p:txBody>
      </p:sp>
      <p:sp>
        <p:nvSpPr>
          <p:cNvPr id="5" name="">
            <a:extLst xmlns:a="http://schemas.openxmlformats.org/drawingml/2006/main">
              <a:ext uri="{FF2B5EF4-FFF2-40B4-BE49-F238E27FC236}">
                <a16:creationId xmlns:a16="http://schemas.microsoft.com/office/drawing/2014/main" id="{5F8C3DE6-895C-4944-ACFE-C9E534AD3837}"/>
              </a:ext>
            </a:extLst>
          </p:cNvPr>
          <p:cNvSpPr>
            <a:spLocks xmlns:a="http://schemas.openxmlformats.org/drawingml/2006/main" noGrp="1"/>
          </p:cNvSpPr>
          <p:nvPr/>
        </p:nvSpPr>
        <p:spPr>
          <a:xfrm xmlns:a="http://schemas.openxmlformats.org/drawingml/2006/main">
            <a:off x="666750" y="14763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6900" b="1">
                <a:solidFill>
                  <a:srgbClr val="F0B83E"/>
                </a:solidFill>
                <a:latin typeface="Calibri"/>
                <a:ea typeface="Calibri"/>
                <a:cs typeface="Calibri"/>
              </a:defRPr>
            </a:pPr>
            <a:r>
              <a:rPr sz="6900" b="1">
                <a:solidFill>
                  <a:srgbClr val="F0B83E"/>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EFE26C9E-182A-41FF-98DF-23D8889BE2AC}"/>
              </a:ext>
            </a:extLst>
          </p:cNvPr>
          <p:cNvSpPr>
            <a:spLocks xmlns:a="http://schemas.openxmlformats.org/drawingml/2006/main" noGrp="1"/>
          </p:cNvSpPr>
          <p:nvPr/>
        </p:nvSpPr>
        <p:spPr>
          <a:xfrm xmlns:a="http://schemas.openxmlformats.org/drawingml/2006/main">
            <a:off x="714375" y="3048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6F7"/>
                </a:solidFill>
                <a:latin typeface="Calibri"/>
                <a:ea typeface="Calibri"/>
                <a:cs typeface="Calibri"/>
              </a:defRPr>
            </a:pPr>
            <a:r>
              <a:rPr sz="1875" b="1">
                <a:solidFill>
                  <a:srgbClr val="F3F6F7"/>
                </a:solidFill>
                <a:latin typeface="Calibri"/>
                <a:ea typeface="Calibri"/>
                <a:cs typeface="Calibri"/>
              </a:rPr>
              <a:t>identified inputs</a:t>
            </a:r>
          </a:p>
        </p:txBody>
      </p:sp>
      <p:sp>
        <p:nvSpPr>
          <p:cNvPr id="7" name="">
            <a:extLst xmlns:a="http://schemas.openxmlformats.org/drawingml/2006/main">
              <a:ext uri="{FF2B5EF4-FFF2-40B4-BE49-F238E27FC236}">
                <a16:creationId xmlns:a16="http://schemas.microsoft.com/office/drawing/2014/main" id="{E6494A3E-C7CA-4E7D-9297-33E9BB434403}"/>
              </a:ext>
            </a:extLst>
          </p:cNvPr>
          <p:cNvSpPr>
            <a:spLocks xmlns:a="http://schemas.openxmlformats.org/drawingml/2006/main" noGrp="1"/>
          </p:cNvSpPr>
          <p:nvPr/>
        </p:nvSpPr>
        <p:spPr>
          <a:xfrm xmlns:a="http://schemas.openxmlformats.org/drawingml/2006/main">
            <a:off x="5905500" y="16192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3F6F7"/>
                </a:solidFill>
                <a:latin typeface="Calibri"/>
                <a:ea typeface="Calibri"/>
                <a:cs typeface="Calibri"/>
              </a:defRPr>
            </a:pPr>
            <a:r>
              <a:rPr sz="1875" b="0">
                <a:solidFill>
                  <a:srgbClr val="F3F6F7"/>
                </a:solidFill>
                <a:latin typeface="Calibri"/>
                <a:ea typeface="Calibri"/>
                <a:cs typeface="Calibri"/>
              </a:rPr>
              <a:t>Data, code, configuration, environment, and random state form the minimum reconstruction record. Hardware assumptions and numeric tolerance complete the contract.</a:t>
            </a:r>
          </a:p>
        </p:txBody>
      </p:sp>
      <p:sp>
        <p:nvSpPr>
          <p:cNvPr id="8" name="">
            <a:extLst xmlns:a="http://schemas.openxmlformats.org/drawingml/2006/main">
              <a:ext uri="{FF2B5EF4-FFF2-40B4-BE49-F238E27FC236}">
                <a16:creationId xmlns:a16="http://schemas.microsoft.com/office/drawing/2014/main" id="{452BE5D7-A79B-4F17-A4E1-ADDE9F5D52F0}"/>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Seed 42 supports canonical reproduction but does not remove platform variation</a:t>
            </a:r>
          </a:p>
        </p:txBody>
      </p:sp>
    </p:spTree>
    <p:extLst>
      <p:ext uri="{BB962C8B-B14F-4D97-AF65-F5344CB8AC3E}">
        <p14:creationId xmlns:p14="http://schemas.microsoft.com/office/powerpoint/2010/main" val="205184626"/>
      </p:ext>
    </p:extLst>
  </p:cSld>
</p:sld>
</file>

<file path=ppt/slides/slide8.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22FC23F-976C-4B53-83AD-EE7D8AF0237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6C379521-48C6-4A94-88F0-7F16591E9CFC}"/>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C625AD54-3CAB-497C-A1D1-249756B54AD0}"/>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11755F07-D031-429B-9B26-89DC75BA71D5}"/>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Data acceptance before training</a:t>
            </a:r>
          </a:p>
        </p:txBody>
      </p:sp>
      <p:sp>
        <p:nvSpPr>
          <p:cNvPr id="5" name="">
            <a:extLst xmlns:a="http://schemas.openxmlformats.org/drawingml/2006/main">
              <a:ext uri="{FF2B5EF4-FFF2-40B4-BE49-F238E27FC236}">
                <a16:creationId xmlns:a16="http://schemas.microsoft.com/office/drawing/2014/main" id="{9275C79F-9BA5-474E-BE1F-29F028AD95E5}"/>
              </a:ext>
            </a:extLst>
          </p:cNvPr>
          <p:cNvSpPr>
            <a:spLocks xmlns:a="http://schemas.openxmlformats.org/drawingml/2006/main" noGrp="1"/>
          </p:cNvSpPr>
          <p:nvPr/>
        </p:nvSpPr>
        <p:spPr>
          <a:xfrm xmlns:a="http://schemas.openxmlformats.org/drawingml/2006/main">
            <a:off x="762000"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9F676F3A-40DE-4E3A-84EF-F0CCA5BC7980}"/>
              </a:ext>
            </a:extLst>
          </p:cNvPr>
          <p:cNvSpPr>
            <a:spLocks xmlns:a="http://schemas.openxmlformats.org/drawingml/2006/main" noGrp="1"/>
          </p:cNvSpPr>
          <p:nvPr/>
        </p:nvSpPr>
        <p:spPr>
          <a:xfrm xmlns:a="http://schemas.openxmlformats.org/drawingml/2006/main">
            <a:off x="895350"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0A3EC439-C10C-414F-AF63-EE97CB409CA7}"/>
              </a:ext>
            </a:extLst>
          </p:cNvPr>
          <p:cNvSpPr>
            <a:spLocks xmlns:a="http://schemas.openxmlformats.org/drawingml/2006/main" noGrp="1"/>
          </p:cNvSpPr>
          <p:nvPr/>
        </p:nvSpPr>
        <p:spPr>
          <a:xfrm xmlns:a="http://schemas.openxmlformats.org/drawingml/2006/main">
            <a:off x="895350"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Schema</a:t>
            </a:r>
          </a:p>
        </p:txBody>
      </p:sp>
      <p:sp>
        <p:nvSpPr>
          <p:cNvPr id="8" name="">
            <a:extLst xmlns:a="http://schemas.openxmlformats.org/drawingml/2006/main">
              <a:ext uri="{FF2B5EF4-FFF2-40B4-BE49-F238E27FC236}">
                <a16:creationId xmlns:a16="http://schemas.microsoft.com/office/drawing/2014/main" id="{21A5A9F7-D74E-4D90-BE27-1C22488F78F9}"/>
              </a:ext>
            </a:extLst>
          </p:cNvPr>
          <p:cNvSpPr>
            <a:spLocks xmlns:a="http://schemas.openxmlformats.org/drawingml/2006/main" noGrp="1"/>
          </p:cNvSpPr>
          <p:nvPr/>
        </p:nvSpPr>
        <p:spPr>
          <a:xfrm xmlns:a="http://schemas.openxmlformats.org/drawingml/2006/main">
            <a:off x="2568575"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DA47FACD-CE8F-48AE-AAA9-F70E31032E83}"/>
              </a:ext>
            </a:extLst>
          </p:cNvPr>
          <p:cNvSpPr>
            <a:spLocks xmlns:a="http://schemas.openxmlformats.org/drawingml/2006/main" noGrp="1"/>
          </p:cNvSpPr>
          <p:nvPr/>
        </p:nvSpPr>
        <p:spPr>
          <a:xfrm xmlns:a="http://schemas.openxmlformats.org/drawingml/2006/main">
            <a:off x="2701925"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EFC337B2-1627-4B01-8614-9A1E134F2E5D}"/>
              </a:ext>
            </a:extLst>
          </p:cNvPr>
          <p:cNvSpPr>
            <a:spLocks xmlns:a="http://schemas.openxmlformats.org/drawingml/2006/main" noGrp="1"/>
          </p:cNvSpPr>
          <p:nvPr/>
        </p:nvSpPr>
        <p:spPr>
          <a:xfrm xmlns:a="http://schemas.openxmlformats.org/drawingml/2006/main">
            <a:off x="2701925"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Types</a:t>
            </a:r>
          </a:p>
        </p:txBody>
      </p:sp>
      <p:sp>
        <p:nvSpPr>
          <p:cNvPr id="11" name="">
            <a:extLst xmlns:a="http://schemas.openxmlformats.org/drawingml/2006/main">
              <a:ext uri="{FF2B5EF4-FFF2-40B4-BE49-F238E27FC236}">
                <a16:creationId xmlns:a16="http://schemas.microsoft.com/office/drawing/2014/main" id="{3F7EFE17-1C81-4938-902B-70CAB9F63A35}"/>
              </a:ext>
            </a:extLst>
          </p:cNvPr>
          <p:cNvSpPr>
            <a:spLocks xmlns:a="http://schemas.openxmlformats.org/drawingml/2006/main" noGrp="1"/>
          </p:cNvSpPr>
          <p:nvPr/>
        </p:nvSpPr>
        <p:spPr>
          <a:xfrm xmlns:a="http://schemas.openxmlformats.org/drawingml/2006/main">
            <a:off x="4375150"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CDE7B5F2-86D0-407A-A0CA-D1EBD1053D12}"/>
              </a:ext>
            </a:extLst>
          </p:cNvPr>
          <p:cNvSpPr>
            <a:spLocks xmlns:a="http://schemas.openxmlformats.org/drawingml/2006/main" noGrp="1"/>
          </p:cNvSpPr>
          <p:nvPr/>
        </p:nvSpPr>
        <p:spPr>
          <a:xfrm xmlns:a="http://schemas.openxmlformats.org/drawingml/2006/main">
            <a:off x="4508500"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ED6C1575-2ACB-4425-B7F3-FF781D26A0E9}"/>
              </a:ext>
            </a:extLst>
          </p:cNvPr>
          <p:cNvSpPr>
            <a:spLocks xmlns:a="http://schemas.openxmlformats.org/drawingml/2006/main" noGrp="1"/>
          </p:cNvSpPr>
          <p:nvPr/>
        </p:nvSpPr>
        <p:spPr>
          <a:xfrm xmlns:a="http://schemas.openxmlformats.org/drawingml/2006/main">
            <a:off x="4508500"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Units</a:t>
            </a:r>
          </a:p>
        </p:txBody>
      </p:sp>
      <p:sp>
        <p:nvSpPr>
          <p:cNvPr id="14" name="">
            <a:extLst xmlns:a="http://schemas.openxmlformats.org/drawingml/2006/main">
              <a:ext uri="{FF2B5EF4-FFF2-40B4-BE49-F238E27FC236}">
                <a16:creationId xmlns:a16="http://schemas.microsoft.com/office/drawing/2014/main" id="{27B520CB-48F1-422F-82BB-B07357D9D23D}"/>
              </a:ext>
            </a:extLst>
          </p:cNvPr>
          <p:cNvSpPr>
            <a:spLocks xmlns:a="http://schemas.openxmlformats.org/drawingml/2006/main" noGrp="1"/>
          </p:cNvSpPr>
          <p:nvPr/>
        </p:nvSpPr>
        <p:spPr>
          <a:xfrm xmlns:a="http://schemas.openxmlformats.org/drawingml/2006/main">
            <a:off x="6181725"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7C8BF3C1-E974-4585-BE20-E0BA7C0EFD60}"/>
              </a:ext>
            </a:extLst>
          </p:cNvPr>
          <p:cNvSpPr>
            <a:spLocks xmlns:a="http://schemas.openxmlformats.org/drawingml/2006/main" noGrp="1"/>
          </p:cNvSpPr>
          <p:nvPr/>
        </p:nvSpPr>
        <p:spPr>
          <a:xfrm xmlns:a="http://schemas.openxmlformats.org/drawingml/2006/main">
            <a:off x="6315075"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3EB5E3EC-CB08-4B15-AE7D-38EF796A5627}"/>
              </a:ext>
            </a:extLst>
          </p:cNvPr>
          <p:cNvSpPr>
            <a:spLocks xmlns:a="http://schemas.openxmlformats.org/drawingml/2006/main" noGrp="1"/>
          </p:cNvSpPr>
          <p:nvPr/>
        </p:nvSpPr>
        <p:spPr>
          <a:xfrm xmlns:a="http://schemas.openxmlformats.org/drawingml/2006/main">
            <a:off x="6315075"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Ranges</a:t>
            </a:r>
          </a:p>
        </p:txBody>
      </p:sp>
      <p:sp>
        <p:nvSpPr>
          <p:cNvPr id="17" name="">
            <a:extLst xmlns:a="http://schemas.openxmlformats.org/drawingml/2006/main">
              <a:ext uri="{FF2B5EF4-FFF2-40B4-BE49-F238E27FC236}">
                <a16:creationId xmlns:a16="http://schemas.microsoft.com/office/drawing/2014/main" id="{5611C294-6691-46F7-B3EF-B6EFF5ED09CB}"/>
              </a:ext>
            </a:extLst>
          </p:cNvPr>
          <p:cNvSpPr>
            <a:spLocks xmlns:a="http://schemas.openxmlformats.org/drawingml/2006/main" noGrp="1"/>
          </p:cNvSpPr>
          <p:nvPr/>
        </p:nvSpPr>
        <p:spPr>
          <a:xfrm xmlns:a="http://schemas.openxmlformats.org/drawingml/2006/main">
            <a:off x="7988300"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8" name="">
            <a:extLst xmlns:a="http://schemas.openxmlformats.org/drawingml/2006/main">
              <a:ext uri="{FF2B5EF4-FFF2-40B4-BE49-F238E27FC236}">
                <a16:creationId xmlns:a16="http://schemas.microsoft.com/office/drawing/2014/main" id="{95E1EC8C-936A-4117-BBC5-FFBE1FFE41EE}"/>
              </a:ext>
            </a:extLst>
          </p:cNvPr>
          <p:cNvSpPr>
            <a:spLocks xmlns:a="http://schemas.openxmlformats.org/drawingml/2006/main" noGrp="1"/>
          </p:cNvSpPr>
          <p:nvPr/>
        </p:nvSpPr>
        <p:spPr>
          <a:xfrm xmlns:a="http://schemas.openxmlformats.org/drawingml/2006/main">
            <a:off x="8121650"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36D5501F-D4E9-4924-8EAC-1B36381725F6}"/>
              </a:ext>
            </a:extLst>
          </p:cNvPr>
          <p:cNvSpPr>
            <a:spLocks xmlns:a="http://schemas.openxmlformats.org/drawingml/2006/main" noGrp="1"/>
          </p:cNvSpPr>
          <p:nvPr/>
        </p:nvSpPr>
        <p:spPr>
          <a:xfrm xmlns:a="http://schemas.openxmlformats.org/drawingml/2006/main">
            <a:off x="8121650"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Time</a:t>
            </a:r>
          </a:p>
        </p:txBody>
      </p:sp>
      <p:sp>
        <p:nvSpPr>
          <p:cNvPr id="20" name="">
            <a:extLst xmlns:a="http://schemas.openxmlformats.org/drawingml/2006/main">
              <a:ext uri="{FF2B5EF4-FFF2-40B4-BE49-F238E27FC236}">
                <a16:creationId xmlns:a16="http://schemas.microsoft.com/office/drawing/2014/main" id="{65F121AE-057B-4279-B1CF-C8ADAD0179BC}"/>
              </a:ext>
            </a:extLst>
          </p:cNvPr>
          <p:cNvSpPr>
            <a:spLocks xmlns:a="http://schemas.openxmlformats.org/drawingml/2006/main" noGrp="1"/>
          </p:cNvSpPr>
          <p:nvPr/>
        </p:nvSpPr>
        <p:spPr>
          <a:xfrm xmlns:a="http://schemas.openxmlformats.org/drawingml/2006/main">
            <a:off x="9794875" y="2381250"/>
            <a:ext cx="1635125"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21" name="">
            <a:extLst xmlns:a="http://schemas.openxmlformats.org/drawingml/2006/main">
              <a:ext uri="{FF2B5EF4-FFF2-40B4-BE49-F238E27FC236}">
                <a16:creationId xmlns:a16="http://schemas.microsoft.com/office/drawing/2014/main" id="{033F05E1-3F4E-4651-B64B-06BDB6046E8F}"/>
              </a:ext>
            </a:extLst>
          </p:cNvPr>
          <p:cNvSpPr>
            <a:spLocks xmlns:a="http://schemas.openxmlformats.org/drawingml/2006/main" noGrp="1"/>
          </p:cNvSpPr>
          <p:nvPr/>
        </p:nvSpPr>
        <p:spPr>
          <a:xfrm xmlns:a="http://schemas.openxmlformats.org/drawingml/2006/main">
            <a:off x="9928225"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06</a:t>
            </a:r>
          </a:p>
        </p:txBody>
      </p:sp>
      <p:sp>
        <p:nvSpPr>
          <p:cNvPr id="22" name="">
            <a:extLst xmlns:a="http://schemas.openxmlformats.org/drawingml/2006/main">
              <a:ext uri="{FF2B5EF4-FFF2-40B4-BE49-F238E27FC236}">
                <a16:creationId xmlns:a16="http://schemas.microsoft.com/office/drawing/2014/main" id="{085463CD-6496-454A-9C1B-4A7018BC2F2A}"/>
              </a:ext>
            </a:extLst>
          </p:cNvPr>
          <p:cNvSpPr>
            <a:spLocks xmlns:a="http://schemas.openxmlformats.org/drawingml/2006/main" noGrp="1"/>
          </p:cNvSpPr>
          <p:nvPr/>
        </p:nvSpPr>
        <p:spPr>
          <a:xfrm xmlns:a="http://schemas.openxmlformats.org/drawingml/2006/main">
            <a:off x="9928225"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Missingness</a:t>
            </a:r>
          </a:p>
        </p:txBody>
      </p:sp>
      <p:sp>
        <p:nvSpPr>
          <p:cNvPr id="23" name="">
            <a:extLst xmlns:a="http://schemas.openxmlformats.org/drawingml/2006/main">
              <a:ext uri="{FF2B5EF4-FFF2-40B4-BE49-F238E27FC236}">
                <a16:creationId xmlns:a16="http://schemas.microsoft.com/office/drawing/2014/main" id="{3789C62D-01E8-4D2C-935E-3491F6AC854E}"/>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A mandatory failure blocks training or requires an authorized exception</a:t>
            </a:r>
          </a:p>
        </p:txBody>
      </p:sp>
    </p:spTree>
    <p:extLst>
      <p:ext uri="{BB962C8B-B14F-4D97-AF65-F5344CB8AC3E}">
        <p14:creationId xmlns:p14="http://schemas.microsoft.com/office/powerpoint/2010/main" val="557768567"/>
      </p:ext>
    </p:extLst>
  </p:cSld>
</p:sld>
</file>

<file path=ppt/slides/slide9.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BCE062-4486-4721-AC6C-EE051C9ADEF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B0CD5FBA-798A-4A4D-A850-EE7C93573478}"/>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0DC257C2-D0C9-4BD4-9951-D0C18882E64C}"/>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BDDB5BBD-5137-4846-A52D-C517FEDAD84F}"/>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Information boundaries</a:t>
            </a:r>
          </a:p>
        </p:txBody>
      </p:sp>
      <p:sp>
        <p:nvSpPr>
          <p:cNvPr id="5" name="">
            <a:extLst xmlns:a="http://schemas.openxmlformats.org/drawingml/2006/main">
              <a:ext uri="{FF2B5EF4-FFF2-40B4-BE49-F238E27FC236}">
                <a16:creationId xmlns:a16="http://schemas.microsoft.com/office/drawing/2014/main" id="{9926D015-164C-4F45-9E3A-11543452C724}"/>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76B4E996-4550-4A5B-B79B-351CDAD2343B}"/>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2E6EE24B-00D3-476F-BD04-C5C39D86FE2E}"/>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Defensible split</a:t>
            </a:r>
          </a:p>
        </p:txBody>
      </p:sp>
      <p:sp>
        <p:nvSpPr>
          <p:cNvPr id="8" name="">
            <a:extLst xmlns:a="http://schemas.openxmlformats.org/drawingml/2006/main">
              <a:ext uri="{FF2B5EF4-FFF2-40B4-BE49-F238E27FC236}">
                <a16:creationId xmlns:a16="http://schemas.microsoft.com/office/drawing/2014/main" id="{6C720004-386B-41F7-832C-88085052BBE8}"/>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Training builds parameters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Validation selects the candidate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Test estimates generalization once</a:t>
            </a:r>
          </a:p>
        </p:txBody>
      </p:sp>
      <p:sp>
        <p:nvSpPr>
          <p:cNvPr id="9" name="">
            <a:extLst xmlns:a="http://schemas.openxmlformats.org/drawingml/2006/main">
              <a:ext uri="{FF2B5EF4-FFF2-40B4-BE49-F238E27FC236}">
                <a16:creationId xmlns:a16="http://schemas.microsoft.com/office/drawing/2014/main" id="{ABFAA231-9C33-4387-BB30-26E69AE17C05}"/>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Leakage</a:t>
            </a:r>
          </a:p>
        </p:txBody>
      </p:sp>
      <p:sp>
        <p:nvSpPr>
          <p:cNvPr id="10" name="">
            <a:extLst xmlns:a="http://schemas.openxmlformats.org/drawingml/2006/main">
              <a:ext uri="{FF2B5EF4-FFF2-40B4-BE49-F238E27FC236}">
                <a16:creationId xmlns:a16="http://schemas.microsoft.com/office/drawing/2014/main" id="{40BF1C4C-B51B-4B12-98BB-370D34AA0CFD}"/>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Future information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Same entity across partitions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Repeated test-set optimization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Policy outcomes used too early</a:t>
            </a:r>
          </a:p>
        </p:txBody>
      </p:sp>
      <p:sp>
        <p:nvSpPr>
          <p:cNvPr id="11" name="">
            <a:extLst xmlns:a="http://schemas.openxmlformats.org/drawingml/2006/main">
              <a:ext uri="{FF2B5EF4-FFF2-40B4-BE49-F238E27FC236}">
                <a16:creationId xmlns:a16="http://schemas.microsoft.com/office/drawing/2014/main" id="{894BADC4-8ED8-4E1E-83CC-D49242614E04}"/>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Split membership belongs in the release evidence</a:t>
            </a:r>
          </a:p>
        </p:txBody>
      </p:sp>
    </p:spTree>
    <p:extLst>
      <p:ext uri="{BB962C8B-B14F-4D97-AF65-F5344CB8AC3E}">
        <p14:creationId xmlns:p14="http://schemas.microsoft.com/office/powerpoint/2010/main" val="1432950512"/>
      </p:ext>
    </p:extLst>
  </p:cSld>
</p:sld>
</file>

<file path=ppt/slides/slide10.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32087B-8F83-4869-8F96-7775BD517E1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E2933E16-BA9B-48EC-9CC6-3ACB158BE1A4}"/>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065F2D77-7B99-46AA-8C92-0228A9C19BE2}"/>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88D7EBDC-3F82-4757-A856-0141DFE025DC}"/>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Baseline and candidate</a:t>
            </a:r>
          </a:p>
        </p:txBody>
      </p:sp>
      <p:sp>
        <p:nvSpPr>
          <p:cNvPr id="5" name="">
            <a:extLst xmlns:a="http://schemas.openxmlformats.org/drawingml/2006/main">
              <a:ext uri="{FF2B5EF4-FFF2-40B4-BE49-F238E27FC236}">
                <a16:creationId xmlns:a16="http://schemas.microsoft.com/office/drawing/2014/main" id="{FB9C9354-3150-4077-BDBB-F9376E3654BB}"/>
              </a:ext>
            </a:extLst>
          </p:cNvPr>
          <p:cNvSpPr>
            <a:spLocks xmlns:a="http://schemas.openxmlformats.org/drawingml/2006/main" noGrp="1"/>
          </p:cNvSpPr>
          <p:nvPr/>
        </p:nvSpPr>
        <p:spPr>
          <a:xfrm xmlns:a="http://schemas.openxmlformats.org/drawingml/2006/main">
            <a:off x="666750" y="14763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6900" b="1">
                <a:solidFill>
                  <a:srgbClr val="1FD6C5"/>
                </a:solidFill>
                <a:latin typeface="Calibri"/>
                <a:ea typeface="Calibri"/>
                <a:cs typeface="Calibri"/>
              </a:defRPr>
            </a:pPr>
            <a:r>
              <a:rPr sz="6900" b="1">
                <a:solidFill>
                  <a:srgbClr val="1FD6C5"/>
                </a:solidFill>
                <a:latin typeface="Calibri"/>
                <a:ea typeface="Calibri"/>
                <a:cs typeface="Calibri"/>
              </a:rPr>
              <a:t>0.757</a:t>
            </a:r>
          </a:p>
        </p:txBody>
      </p:sp>
      <p:sp>
        <p:nvSpPr>
          <p:cNvPr id="6" name="">
            <a:extLst xmlns:a="http://schemas.openxmlformats.org/drawingml/2006/main">
              <a:ext uri="{FF2B5EF4-FFF2-40B4-BE49-F238E27FC236}">
                <a16:creationId xmlns:a16="http://schemas.microsoft.com/office/drawing/2014/main" id="{7E99D9D4-9E79-4681-9C88-3481DEBE3162}"/>
              </a:ext>
            </a:extLst>
          </p:cNvPr>
          <p:cNvSpPr>
            <a:spLocks xmlns:a="http://schemas.openxmlformats.org/drawingml/2006/main" noGrp="1"/>
          </p:cNvSpPr>
          <p:nvPr/>
        </p:nvSpPr>
        <p:spPr>
          <a:xfrm xmlns:a="http://schemas.openxmlformats.org/drawingml/2006/main">
            <a:off x="714375" y="3048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6F7"/>
                </a:solidFill>
                <a:latin typeface="Calibri"/>
                <a:ea typeface="Calibri"/>
                <a:cs typeface="Calibri"/>
              </a:defRPr>
            </a:pPr>
            <a:r>
              <a:rPr sz="1875" b="1">
                <a:solidFill>
                  <a:srgbClr val="F3F6F7"/>
                </a:solidFill>
                <a:latin typeface="Calibri"/>
                <a:ea typeface="Calibri"/>
                <a:cs typeface="Calibri"/>
              </a:rPr>
              <a:t>test ROC AUC</a:t>
            </a:r>
          </a:p>
        </p:txBody>
      </p:sp>
      <p:sp>
        <p:nvSpPr>
          <p:cNvPr id="7" name="">
            <a:extLst xmlns:a="http://schemas.openxmlformats.org/drawingml/2006/main">
              <a:ext uri="{FF2B5EF4-FFF2-40B4-BE49-F238E27FC236}">
                <a16:creationId xmlns:a16="http://schemas.microsoft.com/office/drawing/2014/main" id="{7DE05E94-B4B9-487F-AD3B-4E0B63A69D4B}"/>
              </a:ext>
            </a:extLst>
          </p:cNvPr>
          <p:cNvSpPr>
            <a:spLocks xmlns:a="http://schemas.openxmlformats.org/drawingml/2006/main" noGrp="1"/>
          </p:cNvSpPr>
          <p:nvPr/>
        </p:nvSpPr>
        <p:spPr>
          <a:xfrm xmlns:a="http://schemas.openxmlformats.org/drawingml/2006/main">
            <a:off x="5905500" y="16192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3F6F7"/>
                </a:solidFill>
                <a:latin typeface="Calibri"/>
                <a:ea typeface="Calibri"/>
                <a:cs typeface="Calibri"/>
              </a:defRPr>
            </a:pPr>
            <a:r>
              <a:rPr sz="1875" b="0">
                <a:solidFill>
                  <a:srgbClr val="F3F6F7"/>
                </a:solidFill>
                <a:latin typeface="Calibri"/>
                <a:ea typeface="Calibri"/>
                <a:cs typeface="Calibri"/>
              </a:rPr>
              <a:t>The candidate clears the declared ROC AUC gate, but recall is only 0.326. A strong ranking measure cannot conceal a failed operational requirement.</a:t>
            </a:r>
          </a:p>
        </p:txBody>
      </p:sp>
      <p:sp>
        <p:nvSpPr>
          <p:cNvPr id="8" name="">
            <a:extLst xmlns:a="http://schemas.openxmlformats.org/drawingml/2006/main">
              <a:ext uri="{FF2B5EF4-FFF2-40B4-BE49-F238E27FC236}">
                <a16:creationId xmlns:a16="http://schemas.microsoft.com/office/drawing/2014/main" id="{959D8C49-AFE2-4172-B4EB-14E1362AC1B3}"/>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Metrics answer different questions</a:t>
            </a:r>
          </a:p>
        </p:txBody>
      </p:sp>
    </p:spTree>
    <p:extLst>
      <p:ext uri="{BB962C8B-B14F-4D97-AF65-F5344CB8AC3E}">
        <p14:creationId xmlns:p14="http://schemas.microsoft.com/office/powerpoint/2010/main" val="619370657"/>
      </p:ext>
    </p:extLst>
  </p:cSld>
</p:sld>
</file>

<file path=ppt/slides/slide1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D24FBD-DA84-4F8A-9FBA-B90633AC5E0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B6359D6D-8140-4F5A-AE3A-257282B54733}"/>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E180DC44-D28E-4EBC-8C76-A84BCF1CE1AA}"/>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4BCFEBF8-4741-4922-83D8-2EC8891D7335}"/>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Precision and recall</a:t>
            </a:r>
          </a:p>
        </p:txBody>
      </p:sp>
      <p:sp>
        <p:nvSpPr>
          <p:cNvPr id="5" name="">
            <a:extLst xmlns:a="http://schemas.openxmlformats.org/drawingml/2006/main">
              <a:ext uri="{FF2B5EF4-FFF2-40B4-BE49-F238E27FC236}">
                <a16:creationId xmlns:a16="http://schemas.microsoft.com/office/drawing/2014/main" id="{D4847155-C8BD-469D-B55D-0B00A0A75A36}"/>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249B1FFE-A55D-415A-BFFC-A6F5EA11A5AC}"/>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BC9009F8-9D5C-4EB1-938B-30F0FBF1D8FA}"/>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Precision 0.608</a:t>
            </a:r>
          </a:p>
        </p:txBody>
      </p:sp>
      <p:sp>
        <p:nvSpPr>
          <p:cNvPr id="8" name="">
            <a:extLst xmlns:a="http://schemas.openxmlformats.org/drawingml/2006/main">
              <a:ext uri="{FF2B5EF4-FFF2-40B4-BE49-F238E27FC236}">
                <a16:creationId xmlns:a16="http://schemas.microsoft.com/office/drawing/2014/main" id="{E893D7C0-6E5D-4AFC-85AC-D78C47F71A9A}"/>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Among flagged cases, about 61 percent are truly high risk in the synthetic test set.</a:t>
            </a:r>
          </a:p>
        </p:txBody>
      </p:sp>
      <p:sp>
        <p:nvSpPr>
          <p:cNvPr id="9" name="">
            <a:extLst xmlns:a="http://schemas.openxmlformats.org/drawingml/2006/main">
              <a:ext uri="{FF2B5EF4-FFF2-40B4-BE49-F238E27FC236}">
                <a16:creationId xmlns:a16="http://schemas.microsoft.com/office/drawing/2014/main" id="{697B08C4-BCD2-4EBC-A030-156494E315A8}"/>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Recall 0.326</a:t>
            </a:r>
          </a:p>
        </p:txBody>
      </p:sp>
      <p:sp>
        <p:nvSpPr>
          <p:cNvPr id="10" name="">
            <a:extLst xmlns:a="http://schemas.openxmlformats.org/drawingml/2006/main">
              <a:ext uri="{FF2B5EF4-FFF2-40B4-BE49-F238E27FC236}">
                <a16:creationId xmlns:a16="http://schemas.microsoft.com/office/drawing/2014/main" id="{D4EE11EC-41AC-4E52-AFE1-AACB10B77066}"/>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The model identifies only about one third of truly high-risk cases at the chosen threshold.</a:t>
            </a:r>
          </a:p>
        </p:txBody>
      </p:sp>
      <p:sp>
        <p:nvSpPr>
          <p:cNvPr id="11" name="">
            <a:extLst xmlns:a="http://schemas.openxmlformats.org/drawingml/2006/main">
              <a:ext uri="{FF2B5EF4-FFF2-40B4-BE49-F238E27FC236}">
                <a16:creationId xmlns:a16="http://schemas.microsoft.com/office/drawing/2014/main" id="{3475A28C-9F2D-450C-8637-131F74CD7ECC}"/>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Threshold selection connects statistics to consequences and capacity</a:t>
            </a:r>
          </a:p>
        </p:txBody>
      </p:sp>
    </p:spTree>
    <p:extLst>
      <p:ext uri="{BB962C8B-B14F-4D97-AF65-F5344CB8AC3E}">
        <p14:creationId xmlns:p14="http://schemas.microsoft.com/office/powerpoint/2010/main" val="676954547"/>
      </p:ext>
    </p:extLst>
  </p:cSld>
</p:sld>
</file>

<file path=ppt/slides/slide1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A80CCB-A215-4793-A1E5-50951915412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9C7E9F8E-0D36-46E2-9F40-FAEE8D2CC1AC}"/>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1077567A-A16F-49D8-A065-419A30959D5E}"/>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554BADF1-3E52-4498-86C3-B03293159BD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Regional evaluation</a:t>
            </a:r>
          </a:p>
        </p:txBody>
      </p:sp>
      <p:graphicFrame>
        <p:nvGraphicFramePr>
          <p:cNvPr id="13" name="Chart"/>
          <p:cNvGraphicFramePr/>
          <p:nvPr/>
        </p:nvGraphicFramePr>
        <p:xfrm>
          <a:off xmlns:a="http://schemas.openxmlformats.org/drawingml/2006/main" x="1047750" y="1524000"/>
          <a:ext xmlns:a="http://schemas.openxmlformats.org/drawingml/2006/main" cx="7239000" cy="4095750"/>
        </p:xfrm>
        <a:graphic xmlns:a="http://schemas.openxmlformats.org/drawingml/2006/main">
          <a:graphicData uri="http://schemas.openxmlformats.org/drawingml/2006/chart">
            <c:chart xmlns:r="http://schemas.openxmlformats.org/officeDocument/2006/relationships" xmlns:c="http://schemas.openxmlformats.org/drawingml/2006/chart" r:id="R8f192b0259e74bef"/>
          </a:graphicData>
        </a:graphic>
      </p:graphicFrame>
      <p:sp>
        <p:nvSpPr>
          <p:cNvPr id="6" name="">
            <a:extLst xmlns:a="http://schemas.openxmlformats.org/drawingml/2006/main">
              <a:ext uri="{FF2B5EF4-FFF2-40B4-BE49-F238E27FC236}">
                <a16:creationId xmlns:a16="http://schemas.microsoft.com/office/drawing/2014/main" id="{9C3AAD86-134B-41C7-B4AC-366E2984003E}"/>
              </a:ext>
            </a:extLst>
          </p:cNvPr>
          <p:cNvSpPr>
            <a:spLocks xmlns:a="http://schemas.openxmlformats.org/drawingml/2006/main" noGrp="1"/>
          </p:cNvSpPr>
          <p:nvPr/>
        </p:nvSpPr>
        <p:spPr>
          <a:xfrm xmlns:a="http://schemas.openxmlformats.org/drawingml/2006/main">
            <a:off x="8715375" y="18097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6F7"/>
                </a:solidFill>
                <a:latin typeface="Calibri"/>
                <a:ea typeface="Calibri"/>
                <a:cs typeface="Calibri"/>
              </a:defRPr>
            </a:pPr>
            <a:r>
              <a:rPr sz="1875" b="1">
                <a:solidFill>
                  <a:srgbClr val="F3F6F7"/>
                </a:solidFill>
                <a:latin typeface="Calibri"/>
                <a:ea typeface="Calibri"/>
                <a:cs typeface="Calibri"/>
              </a:rPr>
              <a:t>Slice evidence</a:t>
            </a:r>
          </a:p>
        </p:txBody>
      </p:sp>
      <p:sp>
        <p:nvSpPr>
          <p:cNvPr id="7" name="">
            <a:extLst xmlns:a="http://schemas.openxmlformats.org/drawingml/2006/main">
              <a:ext uri="{FF2B5EF4-FFF2-40B4-BE49-F238E27FC236}">
                <a16:creationId xmlns:a16="http://schemas.microsoft.com/office/drawing/2014/main" id="{73D920D4-0F0F-4587-95B5-45AB60AC5A60}"/>
              </a:ext>
            </a:extLst>
          </p:cNvPr>
          <p:cNvSpPr>
            <a:spLocks xmlns:a="http://schemas.openxmlformats.org/drawingml/2006/main" noGrp="1"/>
          </p:cNvSpPr>
          <p:nvPr/>
        </p:nvSpPr>
        <p:spPr>
          <a:xfrm xmlns:a="http://schemas.openxmlformats.org/drawingml/2006/main">
            <a:off x="8715375" y="2333625"/>
            <a:ext cx="2476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9BBC5"/>
                </a:solidFill>
                <a:latin typeface="Calibri"/>
                <a:ea typeface="Calibri"/>
                <a:cs typeface="Calibri"/>
              </a:defRPr>
            </a:pPr>
            <a:r>
              <a:rPr sz="1650" b="0">
                <a:solidFill>
                  <a:srgbClr val="A9BBC5"/>
                </a:solidFill>
                <a:latin typeface="Calibri"/>
                <a:ea typeface="Calibri"/>
                <a:cs typeface="Calibri"/>
              </a:rPr>
              <a:t>Aggregate results can hide weak service for a region. Slices guide investigation but do not prove causality or fairness.</a:t>
            </a:r>
          </a:p>
        </p:txBody>
      </p:sp>
      <p:sp>
        <p:nvSpPr>
          <p:cNvPr id="8" name="">
            <a:extLst xmlns:a="http://schemas.openxmlformats.org/drawingml/2006/main">
              <a:ext uri="{FF2B5EF4-FFF2-40B4-BE49-F238E27FC236}">
                <a16:creationId xmlns:a16="http://schemas.microsoft.com/office/drawing/2014/main" id="{629A196D-5669-4A67-9A32-C03F6B7D63CD}"/>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Validation evidence from the synthetic notebook</a:t>
            </a:r>
          </a:p>
        </p:txBody>
      </p:sp>
    </p:spTree>
    <p:extLst>
      <p:ext uri="{BB962C8B-B14F-4D97-AF65-F5344CB8AC3E}">
        <p14:creationId xmlns:p14="http://schemas.microsoft.com/office/powerpoint/2010/main" val="9356056"/>
      </p:ext>
    </p:extLst>
  </p:cSld>
</p:sld>
</file>

<file path=ppt/slides/slide1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32DAE3E-70D7-4CDB-8E6E-4087836EF45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4A313004-68D4-4CC6-9262-F40A223AE83B}"/>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A17AD771-6B0F-4A32-A832-646DF34BF90D}"/>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47626793-39FC-4F22-A07D-0E09CB40780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Versioning and lineage</a:t>
            </a:r>
          </a:p>
        </p:txBody>
      </p:sp>
      <p:sp>
        <p:nvSpPr>
          <p:cNvPr id="5" name="">
            <a:extLst xmlns:a="http://schemas.openxmlformats.org/drawingml/2006/main">
              <a:ext uri="{FF2B5EF4-FFF2-40B4-BE49-F238E27FC236}">
                <a16:creationId xmlns:a16="http://schemas.microsoft.com/office/drawing/2014/main" id="{351430B2-46DA-4312-ABC3-69C065327C52}"/>
              </a:ext>
            </a:extLst>
          </p:cNvPr>
          <p:cNvSpPr>
            <a:spLocks xmlns:a="http://schemas.openxmlformats.org/drawingml/2006/main" noGrp="1"/>
          </p:cNvSpPr>
          <p:nvPr/>
        </p:nvSpPr>
        <p:spPr>
          <a:xfrm xmlns:a="http://schemas.openxmlformats.org/drawingml/2006/main">
            <a:off x="762000" y="233362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15453C45-91DE-4DE6-9C77-12867035DE7A}"/>
              </a:ext>
            </a:extLst>
          </p:cNvPr>
          <p:cNvSpPr>
            <a:spLocks xmlns:a="http://schemas.openxmlformats.org/drawingml/2006/main" noGrp="1"/>
          </p:cNvSpPr>
          <p:nvPr/>
        </p:nvSpPr>
        <p:spPr>
          <a:xfrm xmlns:a="http://schemas.openxmlformats.org/drawingml/2006/main">
            <a:off x="895350" y="244792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0B75EB10-C210-4DF3-A41F-78AA35E7793D}"/>
              </a:ext>
            </a:extLst>
          </p:cNvPr>
          <p:cNvSpPr>
            <a:spLocks xmlns:a="http://schemas.openxmlformats.org/drawingml/2006/main" noGrp="1"/>
          </p:cNvSpPr>
          <p:nvPr/>
        </p:nvSpPr>
        <p:spPr>
          <a:xfrm xmlns:a="http://schemas.openxmlformats.org/drawingml/2006/main">
            <a:off x="895350" y="277177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Data digest</a:t>
            </a:r>
          </a:p>
        </p:txBody>
      </p:sp>
      <p:sp>
        <p:nvSpPr>
          <p:cNvPr id="8" name="">
            <a:extLst xmlns:a="http://schemas.openxmlformats.org/drawingml/2006/main">
              <a:ext uri="{FF2B5EF4-FFF2-40B4-BE49-F238E27FC236}">
                <a16:creationId xmlns:a16="http://schemas.microsoft.com/office/drawing/2014/main" id="{8FECC028-D2AB-4DB3-91C6-48C126361824}"/>
              </a:ext>
            </a:extLst>
          </p:cNvPr>
          <p:cNvSpPr>
            <a:spLocks xmlns:a="http://schemas.openxmlformats.org/drawingml/2006/main" noGrp="1"/>
          </p:cNvSpPr>
          <p:nvPr/>
        </p:nvSpPr>
        <p:spPr>
          <a:xfrm xmlns:a="http://schemas.openxmlformats.org/drawingml/2006/main">
            <a:off x="2929890" y="233362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CAB629A4-2F1E-4F17-BB8D-B0DC3E14DC61}"/>
              </a:ext>
            </a:extLst>
          </p:cNvPr>
          <p:cNvSpPr>
            <a:spLocks xmlns:a="http://schemas.openxmlformats.org/drawingml/2006/main" noGrp="1"/>
          </p:cNvSpPr>
          <p:nvPr/>
        </p:nvSpPr>
        <p:spPr>
          <a:xfrm xmlns:a="http://schemas.openxmlformats.org/drawingml/2006/main">
            <a:off x="3063240" y="244792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58FC1B30-CBE7-4F54-B526-8A72DC0AE689}"/>
              </a:ext>
            </a:extLst>
          </p:cNvPr>
          <p:cNvSpPr>
            <a:spLocks xmlns:a="http://schemas.openxmlformats.org/drawingml/2006/main" noGrp="1"/>
          </p:cNvSpPr>
          <p:nvPr/>
        </p:nvSpPr>
        <p:spPr>
          <a:xfrm xmlns:a="http://schemas.openxmlformats.org/drawingml/2006/main">
            <a:off x="3063240" y="277177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Code revision</a:t>
            </a:r>
          </a:p>
        </p:txBody>
      </p:sp>
      <p:sp>
        <p:nvSpPr>
          <p:cNvPr id="11" name="">
            <a:extLst xmlns:a="http://schemas.openxmlformats.org/drawingml/2006/main">
              <a:ext uri="{FF2B5EF4-FFF2-40B4-BE49-F238E27FC236}">
                <a16:creationId xmlns:a16="http://schemas.microsoft.com/office/drawing/2014/main" id="{E240A5DD-1552-4438-86A8-AB9E161C7C65}"/>
              </a:ext>
            </a:extLst>
          </p:cNvPr>
          <p:cNvSpPr>
            <a:spLocks xmlns:a="http://schemas.openxmlformats.org/drawingml/2006/main" noGrp="1"/>
          </p:cNvSpPr>
          <p:nvPr/>
        </p:nvSpPr>
        <p:spPr>
          <a:xfrm xmlns:a="http://schemas.openxmlformats.org/drawingml/2006/main">
            <a:off x="5097780" y="233362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B7A7D2C4-D31B-4375-88B2-BF72D68A7F56}"/>
              </a:ext>
            </a:extLst>
          </p:cNvPr>
          <p:cNvSpPr>
            <a:spLocks xmlns:a="http://schemas.openxmlformats.org/drawingml/2006/main" noGrp="1"/>
          </p:cNvSpPr>
          <p:nvPr/>
        </p:nvSpPr>
        <p:spPr>
          <a:xfrm xmlns:a="http://schemas.openxmlformats.org/drawingml/2006/main">
            <a:off x="5231130" y="244792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182CB10A-EE30-4FBF-B08E-A2F3B2BD8C27}"/>
              </a:ext>
            </a:extLst>
          </p:cNvPr>
          <p:cNvSpPr>
            <a:spLocks xmlns:a="http://schemas.openxmlformats.org/drawingml/2006/main" noGrp="1"/>
          </p:cNvSpPr>
          <p:nvPr/>
        </p:nvSpPr>
        <p:spPr>
          <a:xfrm xmlns:a="http://schemas.openxmlformats.org/drawingml/2006/main">
            <a:off x="5231130" y="277177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Config</a:t>
            </a:r>
          </a:p>
        </p:txBody>
      </p:sp>
      <p:sp>
        <p:nvSpPr>
          <p:cNvPr id="14" name="">
            <a:extLst xmlns:a="http://schemas.openxmlformats.org/drawingml/2006/main">
              <a:ext uri="{FF2B5EF4-FFF2-40B4-BE49-F238E27FC236}">
                <a16:creationId xmlns:a16="http://schemas.microsoft.com/office/drawing/2014/main" id="{75691CF8-9E92-4BAC-B292-CFCED4C568C8}"/>
              </a:ext>
            </a:extLst>
          </p:cNvPr>
          <p:cNvSpPr>
            <a:spLocks xmlns:a="http://schemas.openxmlformats.org/drawingml/2006/main" noGrp="1"/>
          </p:cNvSpPr>
          <p:nvPr/>
        </p:nvSpPr>
        <p:spPr>
          <a:xfrm xmlns:a="http://schemas.openxmlformats.org/drawingml/2006/main">
            <a:off x="7265670" y="2333625"/>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06CB3AB9-EFBA-4460-9A6A-080C659688F1}"/>
              </a:ext>
            </a:extLst>
          </p:cNvPr>
          <p:cNvSpPr>
            <a:spLocks xmlns:a="http://schemas.openxmlformats.org/drawingml/2006/main" noGrp="1"/>
          </p:cNvSpPr>
          <p:nvPr/>
        </p:nvSpPr>
        <p:spPr>
          <a:xfrm xmlns:a="http://schemas.openxmlformats.org/drawingml/2006/main">
            <a:off x="7399020" y="244792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F43FAC5F-94F3-4354-86CD-AD939D3D9102}"/>
              </a:ext>
            </a:extLst>
          </p:cNvPr>
          <p:cNvSpPr>
            <a:spLocks xmlns:a="http://schemas.openxmlformats.org/drawingml/2006/main" noGrp="1"/>
          </p:cNvSpPr>
          <p:nvPr/>
        </p:nvSpPr>
        <p:spPr>
          <a:xfrm xmlns:a="http://schemas.openxmlformats.org/drawingml/2006/main">
            <a:off x="7399020" y="277177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Environment</a:t>
            </a:r>
          </a:p>
        </p:txBody>
      </p:sp>
      <p:sp>
        <p:nvSpPr>
          <p:cNvPr id="17" name="">
            <a:extLst xmlns:a="http://schemas.openxmlformats.org/drawingml/2006/main">
              <a:ext uri="{FF2B5EF4-FFF2-40B4-BE49-F238E27FC236}">
                <a16:creationId xmlns:a16="http://schemas.microsoft.com/office/drawing/2014/main" id="{BBF1C5F3-D361-4FE0-83AF-283540703F7F}"/>
              </a:ext>
            </a:extLst>
          </p:cNvPr>
          <p:cNvSpPr>
            <a:spLocks xmlns:a="http://schemas.openxmlformats.org/drawingml/2006/main" noGrp="1"/>
          </p:cNvSpPr>
          <p:nvPr/>
        </p:nvSpPr>
        <p:spPr>
          <a:xfrm xmlns:a="http://schemas.openxmlformats.org/drawingml/2006/main">
            <a:off x="9433560" y="2333625"/>
            <a:ext cx="1996440"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18" name="">
            <a:extLst xmlns:a="http://schemas.openxmlformats.org/drawingml/2006/main">
              <a:ext uri="{FF2B5EF4-FFF2-40B4-BE49-F238E27FC236}">
                <a16:creationId xmlns:a16="http://schemas.microsoft.com/office/drawing/2014/main" id="{C85FAEB3-FBC5-4E78-BD36-E43EF98013FD}"/>
              </a:ext>
            </a:extLst>
          </p:cNvPr>
          <p:cNvSpPr>
            <a:spLocks xmlns:a="http://schemas.openxmlformats.org/drawingml/2006/main" noGrp="1"/>
          </p:cNvSpPr>
          <p:nvPr/>
        </p:nvSpPr>
        <p:spPr>
          <a:xfrm xmlns:a="http://schemas.openxmlformats.org/drawingml/2006/main">
            <a:off x="9566910" y="2447925"/>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258DB84B-CD3B-4761-933A-247CFEFAA143}"/>
              </a:ext>
            </a:extLst>
          </p:cNvPr>
          <p:cNvSpPr>
            <a:spLocks xmlns:a="http://schemas.openxmlformats.org/drawingml/2006/main" noGrp="1"/>
          </p:cNvSpPr>
          <p:nvPr/>
        </p:nvSpPr>
        <p:spPr>
          <a:xfrm xmlns:a="http://schemas.openxmlformats.org/drawingml/2006/main">
            <a:off x="9566910" y="2771775"/>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Model digest</a:t>
            </a:r>
          </a:p>
        </p:txBody>
      </p:sp>
      <p:sp>
        <p:nvSpPr>
          <p:cNvPr id="20" name="">
            <a:extLst xmlns:a="http://schemas.openxmlformats.org/drawingml/2006/main">
              <a:ext uri="{FF2B5EF4-FFF2-40B4-BE49-F238E27FC236}">
                <a16:creationId xmlns:a16="http://schemas.microsoft.com/office/drawing/2014/main" id="{8CCDE391-63AF-4DC9-9BFF-19D2EF3B1764}"/>
              </a:ext>
            </a:extLst>
          </p:cNvPr>
          <p:cNvSpPr>
            <a:spLocks xmlns:a="http://schemas.openxmlformats.org/drawingml/2006/main" noGrp="1"/>
          </p:cNvSpPr>
          <p:nvPr/>
        </p:nvSpPr>
        <p:spPr>
          <a:xfrm xmlns:a="http://schemas.openxmlformats.org/drawingml/2006/main">
            <a:off x="4476750" y="42386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F0B83E"/>
                </a:solidFill>
                <a:latin typeface="Calibri"/>
                <a:ea typeface="Calibri"/>
                <a:cs typeface="Calibri"/>
              </a:defRPr>
            </a:pPr>
            <a:r>
              <a:rPr sz="3300" b="1">
                <a:solidFill>
                  <a:srgbClr val="F0B83E"/>
                </a:solidFill>
                <a:latin typeface="Calibri"/>
                <a:ea typeface="Calibri"/>
                <a:cs typeface="Calibri"/>
              </a:rPr>
              <a:t>Manifest</a:t>
            </a:r>
          </a:p>
        </p:txBody>
      </p:sp>
      <p:sp>
        <p:nvSpPr>
          <p:cNvPr id="21" name="">
            <a:extLst xmlns:a="http://schemas.openxmlformats.org/drawingml/2006/main">
              <a:ext uri="{FF2B5EF4-FFF2-40B4-BE49-F238E27FC236}">
                <a16:creationId xmlns:a16="http://schemas.microsoft.com/office/drawing/2014/main" id="{D2069A74-B74D-4C6F-B6FA-4F6F5F1DF5F3}"/>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Mutable names are pointers; immutable identities support audit</a:t>
            </a:r>
          </a:p>
        </p:txBody>
      </p:sp>
    </p:spTree>
    <p:extLst>
      <p:ext uri="{BB962C8B-B14F-4D97-AF65-F5344CB8AC3E}">
        <p14:creationId xmlns:p14="http://schemas.microsoft.com/office/powerpoint/2010/main" val="1216296384"/>
      </p:ext>
    </p:extLst>
  </p:cSld>
</p:sld>
</file>

<file path=ppt/slides/slide1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F38B87C-C6D2-4019-9E20-AB9401E96EB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1FFAF44F-F140-453C-A90C-1655E4FA8B4B}"/>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BE35D0E7-CBEC-49BC-B271-24227C089EAF}"/>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5C1BBB43-72CF-419B-961D-1C017FF53998}"/>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Layered testing</a:t>
            </a:r>
          </a:p>
        </p:txBody>
      </p:sp>
      <p:sp>
        <p:nvSpPr>
          <p:cNvPr id="5" name="">
            <a:extLst xmlns:a="http://schemas.openxmlformats.org/drawingml/2006/main">
              <a:ext uri="{FF2B5EF4-FFF2-40B4-BE49-F238E27FC236}">
                <a16:creationId xmlns:a16="http://schemas.microsoft.com/office/drawing/2014/main" id="{544E2A05-3A44-43D9-8393-9515A8A4DEA1}"/>
              </a:ext>
            </a:extLst>
          </p:cNvPr>
          <p:cNvSpPr>
            <a:spLocks xmlns:a="http://schemas.openxmlformats.org/drawingml/2006/main" noGrp="1"/>
          </p:cNvSpPr>
          <p:nvPr/>
        </p:nvSpPr>
        <p:spPr>
          <a:xfrm xmlns:a="http://schemas.openxmlformats.org/drawingml/2006/main">
            <a:off x="762000"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9D2FA689-BC2F-427B-A9FE-D3A593F40900}"/>
              </a:ext>
            </a:extLst>
          </p:cNvPr>
          <p:cNvSpPr>
            <a:spLocks xmlns:a="http://schemas.openxmlformats.org/drawingml/2006/main" noGrp="1"/>
          </p:cNvSpPr>
          <p:nvPr/>
        </p:nvSpPr>
        <p:spPr>
          <a:xfrm xmlns:a="http://schemas.openxmlformats.org/drawingml/2006/main">
            <a:off x="895350"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837E597D-B79F-46AC-B88A-7A30C700D0F9}"/>
              </a:ext>
            </a:extLst>
          </p:cNvPr>
          <p:cNvSpPr>
            <a:spLocks xmlns:a="http://schemas.openxmlformats.org/drawingml/2006/main" noGrp="1"/>
          </p:cNvSpPr>
          <p:nvPr/>
        </p:nvSpPr>
        <p:spPr>
          <a:xfrm xmlns:a="http://schemas.openxmlformats.org/drawingml/2006/main">
            <a:off x="895350"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Data</a:t>
            </a:r>
          </a:p>
        </p:txBody>
      </p:sp>
      <p:sp>
        <p:nvSpPr>
          <p:cNvPr id="8" name="">
            <a:extLst xmlns:a="http://schemas.openxmlformats.org/drawingml/2006/main">
              <a:ext uri="{FF2B5EF4-FFF2-40B4-BE49-F238E27FC236}">
                <a16:creationId xmlns:a16="http://schemas.microsoft.com/office/drawing/2014/main" id="{C84F77C4-5519-4929-B131-B5E156729D56}"/>
              </a:ext>
            </a:extLst>
          </p:cNvPr>
          <p:cNvSpPr>
            <a:spLocks xmlns:a="http://schemas.openxmlformats.org/drawingml/2006/main" noGrp="1"/>
          </p:cNvSpPr>
          <p:nvPr/>
        </p:nvSpPr>
        <p:spPr>
          <a:xfrm xmlns:a="http://schemas.openxmlformats.org/drawingml/2006/main">
            <a:off x="2568575"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139577DE-F5FD-4FC4-B060-5B9280626A61}"/>
              </a:ext>
            </a:extLst>
          </p:cNvPr>
          <p:cNvSpPr>
            <a:spLocks xmlns:a="http://schemas.openxmlformats.org/drawingml/2006/main" noGrp="1"/>
          </p:cNvSpPr>
          <p:nvPr/>
        </p:nvSpPr>
        <p:spPr>
          <a:xfrm xmlns:a="http://schemas.openxmlformats.org/drawingml/2006/main">
            <a:off x="2701925"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3059EB56-28AE-4D49-AE48-366D8356EE8F}"/>
              </a:ext>
            </a:extLst>
          </p:cNvPr>
          <p:cNvSpPr>
            <a:spLocks xmlns:a="http://schemas.openxmlformats.org/drawingml/2006/main" noGrp="1"/>
          </p:cNvSpPr>
          <p:nvPr/>
        </p:nvSpPr>
        <p:spPr>
          <a:xfrm xmlns:a="http://schemas.openxmlformats.org/drawingml/2006/main">
            <a:off x="2701925"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Software</a:t>
            </a:r>
          </a:p>
        </p:txBody>
      </p:sp>
      <p:sp>
        <p:nvSpPr>
          <p:cNvPr id="11" name="">
            <a:extLst xmlns:a="http://schemas.openxmlformats.org/drawingml/2006/main">
              <a:ext uri="{FF2B5EF4-FFF2-40B4-BE49-F238E27FC236}">
                <a16:creationId xmlns:a16="http://schemas.microsoft.com/office/drawing/2014/main" id="{A0A9A9B5-00B5-4F1E-A15B-E4C83A114881}"/>
              </a:ext>
            </a:extLst>
          </p:cNvPr>
          <p:cNvSpPr>
            <a:spLocks xmlns:a="http://schemas.openxmlformats.org/drawingml/2006/main" noGrp="1"/>
          </p:cNvSpPr>
          <p:nvPr/>
        </p:nvSpPr>
        <p:spPr>
          <a:xfrm xmlns:a="http://schemas.openxmlformats.org/drawingml/2006/main">
            <a:off x="4375150"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D2619000-FCF2-4DFB-A6A5-FBD13C385295}"/>
              </a:ext>
            </a:extLst>
          </p:cNvPr>
          <p:cNvSpPr>
            <a:spLocks xmlns:a="http://schemas.openxmlformats.org/drawingml/2006/main" noGrp="1"/>
          </p:cNvSpPr>
          <p:nvPr/>
        </p:nvSpPr>
        <p:spPr>
          <a:xfrm xmlns:a="http://schemas.openxmlformats.org/drawingml/2006/main">
            <a:off x="4508500"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9D90ABD0-4EA1-4E64-A166-3295B0A7A47F}"/>
              </a:ext>
            </a:extLst>
          </p:cNvPr>
          <p:cNvSpPr>
            <a:spLocks xmlns:a="http://schemas.openxmlformats.org/drawingml/2006/main" noGrp="1"/>
          </p:cNvSpPr>
          <p:nvPr/>
        </p:nvSpPr>
        <p:spPr>
          <a:xfrm xmlns:a="http://schemas.openxmlformats.org/drawingml/2006/main">
            <a:off x="4508500"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Model</a:t>
            </a:r>
          </a:p>
        </p:txBody>
      </p:sp>
      <p:sp>
        <p:nvSpPr>
          <p:cNvPr id="14" name="">
            <a:extLst xmlns:a="http://schemas.openxmlformats.org/drawingml/2006/main">
              <a:ext uri="{FF2B5EF4-FFF2-40B4-BE49-F238E27FC236}">
                <a16:creationId xmlns:a16="http://schemas.microsoft.com/office/drawing/2014/main" id="{E91269F7-6B69-41CC-9D33-E99B4BE4A8A7}"/>
              </a:ext>
            </a:extLst>
          </p:cNvPr>
          <p:cNvSpPr>
            <a:spLocks xmlns:a="http://schemas.openxmlformats.org/drawingml/2006/main" noGrp="1"/>
          </p:cNvSpPr>
          <p:nvPr/>
        </p:nvSpPr>
        <p:spPr>
          <a:xfrm xmlns:a="http://schemas.openxmlformats.org/drawingml/2006/main">
            <a:off x="6181725"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8EFDC314-9E5C-4AA7-B139-7FBD0B970123}"/>
              </a:ext>
            </a:extLst>
          </p:cNvPr>
          <p:cNvSpPr>
            <a:spLocks xmlns:a="http://schemas.openxmlformats.org/drawingml/2006/main" noGrp="1"/>
          </p:cNvSpPr>
          <p:nvPr/>
        </p:nvSpPr>
        <p:spPr>
          <a:xfrm xmlns:a="http://schemas.openxmlformats.org/drawingml/2006/main">
            <a:off x="6315075"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966E515C-4CFE-4819-ACB9-9D6763F93267}"/>
              </a:ext>
            </a:extLst>
          </p:cNvPr>
          <p:cNvSpPr>
            <a:spLocks xmlns:a="http://schemas.openxmlformats.org/drawingml/2006/main" noGrp="1"/>
          </p:cNvSpPr>
          <p:nvPr/>
        </p:nvSpPr>
        <p:spPr>
          <a:xfrm xmlns:a="http://schemas.openxmlformats.org/drawingml/2006/main">
            <a:off x="6315075"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Service</a:t>
            </a:r>
          </a:p>
        </p:txBody>
      </p:sp>
      <p:sp>
        <p:nvSpPr>
          <p:cNvPr id="17" name="">
            <a:extLst xmlns:a="http://schemas.openxmlformats.org/drawingml/2006/main">
              <a:ext uri="{FF2B5EF4-FFF2-40B4-BE49-F238E27FC236}">
                <a16:creationId xmlns:a16="http://schemas.microsoft.com/office/drawing/2014/main" id="{1411448F-4C57-4C0D-BE43-80B57BAF2010}"/>
              </a:ext>
            </a:extLst>
          </p:cNvPr>
          <p:cNvSpPr>
            <a:spLocks xmlns:a="http://schemas.openxmlformats.org/drawingml/2006/main" noGrp="1"/>
          </p:cNvSpPr>
          <p:nvPr/>
        </p:nvSpPr>
        <p:spPr>
          <a:xfrm xmlns:a="http://schemas.openxmlformats.org/drawingml/2006/main">
            <a:off x="7988300" y="2381250"/>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8" name="">
            <a:extLst xmlns:a="http://schemas.openxmlformats.org/drawingml/2006/main">
              <a:ext uri="{FF2B5EF4-FFF2-40B4-BE49-F238E27FC236}">
                <a16:creationId xmlns:a16="http://schemas.microsoft.com/office/drawing/2014/main" id="{D1543C9D-8A94-4504-92DD-C0C15983C0DA}"/>
              </a:ext>
            </a:extLst>
          </p:cNvPr>
          <p:cNvSpPr>
            <a:spLocks xmlns:a="http://schemas.openxmlformats.org/drawingml/2006/main" noGrp="1"/>
          </p:cNvSpPr>
          <p:nvPr/>
        </p:nvSpPr>
        <p:spPr>
          <a:xfrm xmlns:a="http://schemas.openxmlformats.org/drawingml/2006/main">
            <a:off x="8121650"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2F382C5E-DA63-4F59-9403-3AEFDAF7C6EF}"/>
              </a:ext>
            </a:extLst>
          </p:cNvPr>
          <p:cNvSpPr>
            <a:spLocks xmlns:a="http://schemas.openxmlformats.org/drawingml/2006/main" noGrp="1"/>
          </p:cNvSpPr>
          <p:nvPr/>
        </p:nvSpPr>
        <p:spPr>
          <a:xfrm xmlns:a="http://schemas.openxmlformats.org/drawingml/2006/main">
            <a:off x="8121650"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Security</a:t>
            </a:r>
          </a:p>
        </p:txBody>
      </p:sp>
      <p:sp>
        <p:nvSpPr>
          <p:cNvPr id="20" name="">
            <a:extLst xmlns:a="http://schemas.openxmlformats.org/drawingml/2006/main">
              <a:ext uri="{FF2B5EF4-FFF2-40B4-BE49-F238E27FC236}">
                <a16:creationId xmlns:a16="http://schemas.microsoft.com/office/drawing/2014/main" id="{AC836500-3340-4FFD-8B43-AC090904DC4B}"/>
              </a:ext>
            </a:extLst>
          </p:cNvPr>
          <p:cNvSpPr>
            <a:spLocks xmlns:a="http://schemas.openxmlformats.org/drawingml/2006/main" noGrp="1"/>
          </p:cNvSpPr>
          <p:nvPr/>
        </p:nvSpPr>
        <p:spPr>
          <a:xfrm xmlns:a="http://schemas.openxmlformats.org/drawingml/2006/main">
            <a:off x="9794875" y="2381250"/>
            <a:ext cx="1635125"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21" name="">
            <a:extLst xmlns:a="http://schemas.openxmlformats.org/drawingml/2006/main">
              <a:ext uri="{FF2B5EF4-FFF2-40B4-BE49-F238E27FC236}">
                <a16:creationId xmlns:a16="http://schemas.microsoft.com/office/drawing/2014/main" id="{D472588A-7B22-488A-8496-6B5FB5EC60FA}"/>
              </a:ext>
            </a:extLst>
          </p:cNvPr>
          <p:cNvSpPr>
            <a:spLocks xmlns:a="http://schemas.openxmlformats.org/drawingml/2006/main" noGrp="1"/>
          </p:cNvSpPr>
          <p:nvPr/>
        </p:nvSpPr>
        <p:spPr>
          <a:xfrm xmlns:a="http://schemas.openxmlformats.org/drawingml/2006/main">
            <a:off x="9928225" y="2495550"/>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06</a:t>
            </a:r>
          </a:p>
        </p:txBody>
      </p:sp>
      <p:sp>
        <p:nvSpPr>
          <p:cNvPr id="22" name="">
            <a:extLst xmlns:a="http://schemas.openxmlformats.org/drawingml/2006/main">
              <a:ext uri="{FF2B5EF4-FFF2-40B4-BE49-F238E27FC236}">
                <a16:creationId xmlns:a16="http://schemas.microsoft.com/office/drawing/2014/main" id="{8186DB0C-EE33-4609-91E5-C89EE0159CF5}"/>
              </a:ext>
            </a:extLst>
          </p:cNvPr>
          <p:cNvSpPr>
            <a:spLocks xmlns:a="http://schemas.openxmlformats.org/drawingml/2006/main" noGrp="1"/>
          </p:cNvSpPr>
          <p:nvPr/>
        </p:nvSpPr>
        <p:spPr>
          <a:xfrm xmlns:a="http://schemas.openxmlformats.org/drawingml/2006/main">
            <a:off x="9928225" y="2819400"/>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Recovery</a:t>
            </a:r>
          </a:p>
        </p:txBody>
      </p:sp>
      <p:sp>
        <p:nvSpPr>
          <p:cNvPr id="23" name="">
            <a:extLst xmlns:a="http://schemas.openxmlformats.org/drawingml/2006/main">
              <a:ext uri="{FF2B5EF4-FFF2-40B4-BE49-F238E27FC236}">
                <a16:creationId xmlns:a16="http://schemas.microsoft.com/office/drawing/2014/main" id="{D0CEA68D-EA8F-4AF1-88B2-4976DE3B0BDF}"/>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A passing average cannot conceal a failed mandatory test</a:t>
            </a:r>
          </a:p>
        </p:txBody>
      </p:sp>
    </p:spTree>
    <p:extLst>
      <p:ext uri="{BB962C8B-B14F-4D97-AF65-F5344CB8AC3E}">
        <p14:creationId xmlns:p14="http://schemas.microsoft.com/office/powerpoint/2010/main" val="447408036"/>
      </p:ext>
    </p:extLst>
  </p:cSld>
</p:sld>
</file>

<file path=ppt/slides/slide1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C9158D-867C-4C62-806F-43E5A8A376E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D1490E03-1A7E-4692-B868-2458F014D56A}"/>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BF9E7C38-6ABC-4E06-8FE7-182D30EF3AF1}"/>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3B37FCE1-8F09-477B-AF5F-5A7669A8FCE2}"/>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Registry and promotion</a:t>
            </a:r>
          </a:p>
        </p:txBody>
      </p:sp>
      <p:sp>
        <p:nvSpPr>
          <p:cNvPr id="5" name="">
            <a:extLst xmlns:a="http://schemas.openxmlformats.org/drawingml/2006/main">
              <a:ext uri="{FF2B5EF4-FFF2-40B4-BE49-F238E27FC236}">
                <a16:creationId xmlns:a16="http://schemas.microsoft.com/office/drawing/2014/main" id="{85005BF5-13C8-405C-AC59-C261FD12F066}"/>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0D42DA7C-4F80-48B9-9DB0-44B8E55003D4}"/>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E454C3D5-192A-4BCC-B5CD-D99F9B50E02C}"/>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Registry state</a:t>
            </a:r>
          </a:p>
        </p:txBody>
      </p:sp>
      <p:sp>
        <p:nvSpPr>
          <p:cNvPr id="8" name="">
            <a:extLst xmlns:a="http://schemas.openxmlformats.org/drawingml/2006/main">
              <a:ext uri="{FF2B5EF4-FFF2-40B4-BE49-F238E27FC236}">
                <a16:creationId xmlns:a16="http://schemas.microsoft.com/office/drawing/2014/main" id="{C857C5A0-5AF8-48A7-9C06-B569D0A5B1C2}"/>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Candidate identity</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Lineage and evaluation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Lifecycle label</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Owner and limitations</a:t>
            </a:r>
          </a:p>
        </p:txBody>
      </p:sp>
      <p:sp>
        <p:nvSpPr>
          <p:cNvPr id="9" name="">
            <a:extLst xmlns:a="http://schemas.openxmlformats.org/drawingml/2006/main">
              <a:ext uri="{FF2B5EF4-FFF2-40B4-BE49-F238E27FC236}">
                <a16:creationId xmlns:a16="http://schemas.microsoft.com/office/drawing/2014/main" id="{0C3395C8-08CF-4651-AC07-886CE4F5D69F}"/>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Promotion decision</a:t>
            </a:r>
          </a:p>
        </p:txBody>
      </p:sp>
      <p:sp>
        <p:nvSpPr>
          <p:cNvPr id="10" name="">
            <a:extLst xmlns:a="http://schemas.openxmlformats.org/drawingml/2006/main">
              <a:ext uri="{FF2B5EF4-FFF2-40B4-BE49-F238E27FC236}">
                <a16:creationId xmlns:a16="http://schemas.microsoft.com/office/drawing/2014/main" id="{61756E98-B8E8-4FC6-AC39-58BC631D8497}"/>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Immutable manifest</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Independent review</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Security and monitoring</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Rollback evidence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Named approval</a:t>
            </a:r>
          </a:p>
        </p:txBody>
      </p:sp>
      <p:sp>
        <p:nvSpPr>
          <p:cNvPr id="11" name="">
            <a:extLst xmlns:a="http://schemas.openxmlformats.org/drawingml/2006/main">
              <a:ext uri="{FF2B5EF4-FFF2-40B4-BE49-F238E27FC236}">
                <a16:creationId xmlns:a16="http://schemas.microsoft.com/office/drawing/2014/main" id="{06117844-A858-4CAC-916A-385AE22391F2}"/>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Registration stores a candidate; promotion changes authority and exposure</a:t>
            </a:r>
          </a:p>
        </p:txBody>
      </p:sp>
    </p:spTree>
    <p:extLst>
      <p:ext uri="{BB962C8B-B14F-4D97-AF65-F5344CB8AC3E}">
        <p14:creationId xmlns:p14="http://schemas.microsoft.com/office/powerpoint/2010/main" val="290067335"/>
      </p:ext>
    </p:extLst>
  </p:cSld>
</p:sld>
</file>

<file path=ppt/slides/slide1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0DFA0A5-C0B0-46D8-A044-0F2377F7551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0E58C1E2-B4D4-4EBF-9811-733FB22D8B72}"/>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873C07CD-4C28-4F57-BEFB-36F523490D75}"/>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BA3979A7-36B8-4751-9EAF-57188E7D35C1}"/>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Inference contract</a:t>
            </a:r>
          </a:p>
        </p:txBody>
      </p:sp>
      <p:sp>
        <p:nvSpPr>
          <p:cNvPr id="5" name="">
            <a:extLst xmlns:a="http://schemas.openxmlformats.org/drawingml/2006/main">
              <a:ext uri="{FF2B5EF4-FFF2-40B4-BE49-F238E27FC236}">
                <a16:creationId xmlns:a16="http://schemas.microsoft.com/office/drawing/2014/main" id="{7E4DA541-4EFF-4689-8E4A-B569037ADBAC}"/>
              </a:ext>
            </a:extLst>
          </p:cNvPr>
          <p:cNvSpPr>
            <a:spLocks xmlns:a="http://schemas.openxmlformats.org/drawingml/2006/main" noGrp="1"/>
          </p:cNvSpPr>
          <p:nvPr/>
        </p:nvSpPr>
        <p:spPr>
          <a:xfrm xmlns:a="http://schemas.openxmlformats.org/drawingml/2006/main">
            <a:off x="762000" y="238125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7F440EF9-552A-4189-B27C-E3AF3129FBFD}"/>
              </a:ext>
            </a:extLst>
          </p:cNvPr>
          <p:cNvSpPr>
            <a:spLocks xmlns:a="http://schemas.openxmlformats.org/drawingml/2006/main" noGrp="1"/>
          </p:cNvSpPr>
          <p:nvPr/>
        </p:nvSpPr>
        <p:spPr>
          <a:xfrm xmlns:a="http://schemas.openxmlformats.org/drawingml/2006/main">
            <a:off x="895350" y="249555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26B11188-E610-45D2-BC61-EE098EB1120B}"/>
              </a:ext>
            </a:extLst>
          </p:cNvPr>
          <p:cNvSpPr>
            <a:spLocks xmlns:a="http://schemas.openxmlformats.org/drawingml/2006/main" noGrp="1"/>
          </p:cNvSpPr>
          <p:nvPr/>
        </p:nvSpPr>
        <p:spPr>
          <a:xfrm xmlns:a="http://schemas.openxmlformats.org/drawingml/2006/main">
            <a:off x="895350" y="281940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Validate request</a:t>
            </a:r>
          </a:p>
        </p:txBody>
      </p:sp>
      <p:sp>
        <p:nvSpPr>
          <p:cNvPr id="8" name="">
            <a:extLst xmlns:a="http://schemas.openxmlformats.org/drawingml/2006/main">
              <a:ext uri="{FF2B5EF4-FFF2-40B4-BE49-F238E27FC236}">
                <a16:creationId xmlns:a16="http://schemas.microsoft.com/office/drawing/2014/main" id="{31E6CF0D-FAE5-4852-8DDD-0F62FD888BA3}"/>
              </a:ext>
            </a:extLst>
          </p:cNvPr>
          <p:cNvSpPr>
            <a:spLocks xmlns:a="http://schemas.openxmlformats.org/drawingml/2006/main" noGrp="1"/>
          </p:cNvSpPr>
          <p:nvPr/>
        </p:nvSpPr>
        <p:spPr>
          <a:xfrm xmlns:a="http://schemas.openxmlformats.org/drawingml/2006/main">
            <a:off x="2929890" y="238125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1B7D8B18-B7DA-4973-B251-0B29DA9AD4A1}"/>
              </a:ext>
            </a:extLst>
          </p:cNvPr>
          <p:cNvSpPr>
            <a:spLocks xmlns:a="http://schemas.openxmlformats.org/drawingml/2006/main" noGrp="1"/>
          </p:cNvSpPr>
          <p:nvPr/>
        </p:nvSpPr>
        <p:spPr>
          <a:xfrm xmlns:a="http://schemas.openxmlformats.org/drawingml/2006/main">
            <a:off x="3063240" y="249555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799F894B-95F9-46D3-ACA4-461B9435AC3A}"/>
              </a:ext>
            </a:extLst>
          </p:cNvPr>
          <p:cNvSpPr>
            <a:spLocks xmlns:a="http://schemas.openxmlformats.org/drawingml/2006/main" noGrp="1"/>
          </p:cNvSpPr>
          <p:nvPr/>
        </p:nvSpPr>
        <p:spPr>
          <a:xfrm xmlns:a="http://schemas.openxmlformats.org/drawingml/2006/main">
            <a:off x="3063240" y="281940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Apply transforms</a:t>
            </a:r>
          </a:p>
        </p:txBody>
      </p:sp>
      <p:sp>
        <p:nvSpPr>
          <p:cNvPr id="11" name="">
            <a:extLst xmlns:a="http://schemas.openxmlformats.org/drawingml/2006/main">
              <a:ext uri="{FF2B5EF4-FFF2-40B4-BE49-F238E27FC236}">
                <a16:creationId xmlns:a16="http://schemas.microsoft.com/office/drawing/2014/main" id="{17366F11-16C2-4B42-83D5-6EA5F51D324D}"/>
              </a:ext>
            </a:extLst>
          </p:cNvPr>
          <p:cNvSpPr>
            <a:spLocks xmlns:a="http://schemas.openxmlformats.org/drawingml/2006/main" noGrp="1"/>
          </p:cNvSpPr>
          <p:nvPr/>
        </p:nvSpPr>
        <p:spPr>
          <a:xfrm xmlns:a="http://schemas.openxmlformats.org/drawingml/2006/main">
            <a:off x="5097780" y="238125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26CE4426-B116-4B07-AC69-82E4FB33C80A}"/>
              </a:ext>
            </a:extLst>
          </p:cNvPr>
          <p:cNvSpPr>
            <a:spLocks xmlns:a="http://schemas.openxmlformats.org/drawingml/2006/main" noGrp="1"/>
          </p:cNvSpPr>
          <p:nvPr/>
        </p:nvSpPr>
        <p:spPr>
          <a:xfrm xmlns:a="http://schemas.openxmlformats.org/drawingml/2006/main">
            <a:off x="5231130" y="249555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D91BFA0F-4B12-4282-BF6A-C74589400856}"/>
              </a:ext>
            </a:extLst>
          </p:cNvPr>
          <p:cNvSpPr>
            <a:spLocks xmlns:a="http://schemas.openxmlformats.org/drawingml/2006/main" noGrp="1"/>
          </p:cNvSpPr>
          <p:nvPr/>
        </p:nvSpPr>
        <p:spPr>
          <a:xfrm xmlns:a="http://schemas.openxmlformats.org/drawingml/2006/main">
            <a:off x="5231130" y="281940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Predict</a:t>
            </a:r>
          </a:p>
        </p:txBody>
      </p:sp>
      <p:sp>
        <p:nvSpPr>
          <p:cNvPr id="14" name="">
            <a:extLst xmlns:a="http://schemas.openxmlformats.org/drawingml/2006/main">
              <a:ext uri="{FF2B5EF4-FFF2-40B4-BE49-F238E27FC236}">
                <a16:creationId xmlns:a16="http://schemas.microsoft.com/office/drawing/2014/main" id="{EE6CAD02-E784-4B28-B6E4-D4C558CE9223}"/>
              </a:ext>
            </a:extLst>
          </p:cNvPr>
          <p:cNvSpPr>
            <a:spLocks xmlns:a="http://schemas.openxmlformats.org/drawingml/2006/main" noGrp="1"/>
          </p:cNvSpPr>
          <p:nvPr/>
        </p:nvSpPr>
        <p:spPr>
          <a:xfrm xmlns:a="http://schemas.openxmlformats.org/drawingml/2006/main">
            <a:off x="7265670" y="2381250"/>
            <a:ext cx="1996440"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3537CEC8-8637-444B-95FA-7F9880982E79}"/>
              </a:ext>
            </a:extLst>
          </p:cNvPr>
          <p:cNvSpPr>
            <a:spLocks xmlns:a="http://schemas.openxmlformats.org/drawingml/2006/main" noGrp="1"/>
          </p:cNvSpPr>
          <p:nvPr/>
        </p:nvSpPr>
        <p:spPr>
          <a:xfrm xmlns:a="http://schemas.openxmlformats.org/drawingml/2006/main">
            <a:off x="7399020" y="249555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B00CD3C3-2BCE-4109-8A7F-72C95A296DB6}"/>
              </a:ext>
            </a:extLst>
          </p:cNvPr>
          <p:cNvSpPr>
            <a:spLocks xmlns:a="http://schemas.openxmlformats.org/drawingml/2006/main" noGrp="1"/>
          </p:cNvSpPr>
          <p:nvPr/>
        </p:nvSpPr>
        <p:spPr>
          <a:xfrm xmlns:a="http://schemas.openxmlformats.org/drawingml/2006/main">
            <a:off x="7399020" y="281940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Return identity</a:t>
            </a:r>
          </a:p>
        </p:txBody>
      </p:sp>
      <p:sp>
        <p:nvSpPr>
          <p:cNvPr id="17" name="">
            <a:extLst xmlns:a="http://schemas.openxmlformats.org/drawingml/2006/main">
              <a:ext uri="{FF2B5EF4-FFF2-40B4-BE49-F238E27FC236}">
                <a16:creationId xmlns:a16="http://schemas.microsoft.com/office/drawing/2014/main" id="{5EF013E1-F02A-4429-9EDC-BFC0E4BAEBC1}"/>
              </a:ext>
            </a:extLst>
          </p:cNvPr>
          <p:cNvSpPr>
            <a:spLocks xmlns:a="http://schemas.openxmlformats.org/drawingml/2006/main" noGrp="1"/>
          </p:cNvSpPr>
          <p:nvPr/>
        </p:nvSpPr>
        <p:spPr>
          <a:xfrm xmlns:a="http://schemas.openxmlformats.org/drawingml/2006/main">
            <a:off x="9433560" y="2381250"/>
            <a:ext cx="1996440"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18" name="">
            <a:extLst xmlns:a="http://schemas.openxmlformats.org/drawingml/2006/main">
              <a:ext uri="{FF2B5EF4-FFF2-40B4-BE49-F238E27FC236}">
                <a16:creationId xmlns:a16="http://schemas.microsoft.com/office/drawing/2014/main" id="{53799425-B5FB-4F8F-A05B-26BA702F22B7}"/>
              </a:ext>
            </a:extLst>
          </p:cNvPr>
          <p:cNvSpPr>
            <a:spLocks xmlns:a="http://schemas.openxmlformats.org/drawingml/2006/main" noGrp="1"/>
          </p:cNvSpPr>
          <p:nvPr/>
        </p:nvSpPr>
        <p:spPr>
          <a:xfrm xmlns:a="http://schemas.openxmlformats.org/drawingml/2006/main">
            <a:off x="9566910" y="2495550"/>
            <a:ext cx="172974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4CAD4D1A-4D3E-4CA1-A32B-C00B11DE77AB}"/>
              </a:ext>
            </a:extLst>
          </p:cNvPr>
          <p:cNvSpPr>
            <a:spLocks xmlns:a="http://schemas.openxmlformats.org/drawingml/2006/main" noGrp="1"/>
          </p:cNvSpPr>
          <p:nvPr/>
        </p:nvSpPr>
        <p:spPr>
          <a:xfrm xmlns:a="http://schemas.openxmlformats.org/drawingml/2006/main">
            <a:off x="9566910" y="2819400"/>
            <a:ext cx="17297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Record trace</a:t>
            </a:r>
          </a:p>
        </p:txBody>
      </p:sp>
      <p:sp>
        <p:nvSpPr>
          <p:cNvPr id="20" name="">
            <a:extLst xmlns:a="http://schemas.openxmlformats.org/drawingml/2006/main">
              <a:ext uri="{FF2B5EF4-FFF2-40B4-BE49-F238E27FC236}">
                <a16:creationId xmlns:a16="http://schemas.microsoft.com/office/drawing/2014/main" id="{C9896EB1-B9D7-4E41-9893-2251A96AFECC}"/>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The service rejects missing fields and preserves model version identity</a:t>
            </a:r>
          </a:p>
        </p:txBody>
      </p:sp>
    </p:spTree>
    <p:extLst>
      <p:ext uri="{BB962C8B-B14F-4D97-AF65-F5344CB8AC3E}">
        <p14:creationId xmlns:p14="http://schemas.microsoft.com/office/powerpoint/2010/main" val="1590927599"/>
      </p:ext>
    </p:extLst>
  </p:cSld>
</p:sld>
</file>

<file path=ppt/slides/slide1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0BF3F69-4299-4708-B781-D2A99F48E4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277AA1C3-4EBB-4BF3-827B-A3036F5F768F}"/>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FA88CA7F-4795-4800-A2ED-EEF766A4A858}"/>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A629D945-8E9A-40B8-8F28-58F6265BD175}"/>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Deployment patterns</a:t>
            </a:r>
          </a:p>
        </p:txBody>
      </p:sp>
      <p:sp>
        <p:nvSpPr>
          <p:cNvPr id="5" name="">
            <a:extLst xmlns:a="http://schemas.openxmlformats.org/drawingml/2006/main">
              <a:ext uri="{FF2B5EF4-FFF2-40B4-BE49-F238E27FC236}">
                <a16:creationId xmlns:a16="http://schemas.microsoft.com/office/drawing/2014/main" id="{0DCBE33D-D720-4CB0-AF92-C3020F08A8B9}"/>
              </a:ext>
            </a:extLst>
          </p:cNvPr>
          <p:cNvSpPr>
            <a:spLocks xmlns:a="http://schemas.openxmlformats.org/drawingml/2006/main" noGrp="1"/>
          </p:cNvSpPr>
          <p:nvPr/>
        </p:nvSpPr>
        <p:spPr>
          <a:xfrm xmlns:a="http://schemas.openxmlformats.org/drawingml/2006/main">
            <a:off x="666750" y="15240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FD6C5"/>
                </a:solidFill>
                <a:latin typeface="Calibri"/>
                <a:ea typeface="Calibri"/>
                <a:cs typeface="Calibri"/>
              </a:defRPr>
            </a:pPr>
            <a:r>
              <a:rPr sz="2850" b="1">
                <a:solidFill>
                  <a:srgbClr val="1FD6C5"/>
                </a:solidFill>
                <a:latin typeface="Calibri"/>
                <a:ea typeface="Calibri"/>
                <a:cs typeface="Calibri"/>
              </a:rPr>
              <a:t>SHADOW</a:t>
            </a:r>
          </a:p>
        </p:txBody>
      </p:sp>
      <p:sp>
        <p:nvSpPr>
          <p:cNvPr id="6" name="">
            <a:extLst xmlns:a="http://schemas.openxmlformats.org/drawingml/2006/main">
              <a:ext uri="{FF2B5EF4-FFF2-40B4-BE49-F238E27FC236}">
                <a16:creationId xmlns:a16="http://schemas.microsoft.com/office/drawing/2014/main" id="{41D4C9AA-1AAA-4BE9-BCC6-DFC97BC0296B}"/>
              </a:ext>
            </a:extLst>
          </p:cNvPr>
          <p:cNvSpPr>
            <a:spLocks xmlns:a="http://schemas.openxmlformats.org/drawingml/2006/main" noGrp="1"/>
          </p:cNvSpPr>
          <p:nvPr/>
        </p:nvSpPr>
        <p:spPr>
          <a:xfrm xmlns:a="http://schemas.openxmlformats.org/drawingml/2006/main">
            <a:off x="666750" y="2333625"/>
            <a:ext cx="247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A9BBC5"/>
                </a:solidFill>
                <a:latin typeface="Calibri"/>
                <a:ea typeface="Calibri"/>
                <a:cs typeface="Calibri"/>
              </a:defRPr>
            </a:pPr>
            <a:r>
              <a:rPr sz="1575" b="0">
                <a:solidFill>
                  <a:srgbClr val="A9BBC5"/>
                </a:solidFill>
                <a:latin typeface="Calibri"/>
                <a:ea typeface="Calibri"/>
                <a:cs typeface="Calibri"/>
              </a:rPr>
              <a:t>Observe behavior without affecting decisions</a:t>
            </a:r>
          </a:p>
        </p:txBody>
      </p:sp>
      <p:sp>
        <p:nvSpPr>
          <p:cNvPr id="7" name="">
            <a:extLst xmlns:a="http://schemas.openxmlformats.org/drawingml/2006/main">
              <a:ext uri="{FF2B5EF4-FFF2-40B4-BE49-F238E27FC236}">
                <a16:creationId xmlns:a16="http://schemas.microsoft.com/office/drawing/2014/main" id="{A0FE1EA6-A0EA-4813-840F-40291866B4DF}"/>
              </a:ext>
            </a:extLst>
          </p:cNvPr>
          <p:cNvSpPr>
            <a:spLocks xmlns:a="http://schemas.openxmlformats.org/drawingml/2006/main" noGrp="1"/>
          </p:cNvSpPr>
          <p:nvPr/>
        </p:nvSpPr>
        <p:spPr>
          <a:xfrm xmlns:a="http://schemas.openxmlformats.org/drawingml/2006/main">
            <a:off x="3714750" y="15240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0B83E"/>
                </a:solidFill>
                <a:latin typeface="Calibri"/>
                <a:ea typeface="Calibri"/>
                <a:cs typeface="Calibri"/>
              </a:defRPr>
            </a:pPr>
            <a:r>
              <a:rPr sz="2850" b="1">
                <a:solidFill>
                  <a:srgbClr val="F0B83E"/>
                </a:solidFill>
                <a:latin typeface="Calibri"/>
                <a:ea typeface="Calibri"/>
                <a:cs typeface="Calibri"/>
              </a:rPr>
              <a:t>CANARY</a:t>
            </a:r>
          </a:p>
        </p:txBody>
      </p:sp>
      <p:sp>
        <p:nvSpPr>
          <p:cNvPr id="8" name="">
            <a:extLst xmlns:a="http://schemas.openxmlformats.org/drawingml/2006/main">
              <a:ext uri="{FF2B5EF4-FFF2-40B4-BE49-F238E27FC236}">
                <a16:creationId xmlns:a16="http://schemas.microsoft.com/office/drawing/2014/main" id="{2221D361-60E0-4F79-B721-419F76F3307D}"/>
              </a:ext>
            </a:extLst>
          </p:cNvPr>
          <p:cNvSpPr>
            <a:spLocks xmlns:a="http://schemas.openxmlformats.org/drawingml/2006/main" noGrp="1"/>
          </p:cNvSpPr>
          <p:nvPr/>
        </p:nvSpPr>
        <p:spPr>
          <a:xfrm xmlns:a="http://schemas.openxmlformats.org/drawingml/2006/main">
            <a:off x="3714750" y="2333625"/>
            <a:ext cx="247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A9BBC5"/>
                </a:solidFill>
                <a:latin typeface="Calibri"/>
                <a:ea typeface="Calibri"/>
                <a:cs typeface="Calibri"/>
              </a:defRPr>
            </a:pPr>
            <a:r>
              <a:rPr sz="1575" b="0">
                <a:solidFill>
                  <a:srgbClr val="A9BBC5"/>
                </a:solidFill>
                <a:latin typeface="Calibri"/>
                <a:ea typeface="Calibri"/>
                <a:cs typeface="Calibri"/>
              </a:rPr>
              <a:t>Expose bounded traffic and verify indicators</a:t>
            </a:r>
          </a:p>
        </p:txBody>
      </p:sp>
      <p:sp>
        <p:nvSpPr>
          <p:cNvPr id="9" name="">
            <a:extLst xmlns:a="http://schemas.openxmlformats.org/drawingml/2006/main">
              <a:ext uri="{FF2B5EF4-FFF2-40B4-BE49-F238E27FC236}">
                <a16:creationId xmlns:a16="http://schemas.microsoft.com/office/drawing/2014/main" id="{ED157EA2-ABDB-4138-831A-A8729F36A8FF}"/>
              </a:ext>
            </a:extLst>
          </p:cNvPr>
          <p:cNvSpPr>
            <a:spLocks xmlns:a="http://schemas.openxmlformats.org/drawingml/2006/main" noGrp="1"/>
          </p:cNvSpPr>
          <p:nvPr/>
        </p:nvSpPr>
        <p:spPr>
          <a:xfrm xmlns:a="http://schemas.openxmlformats.org/drawingml/2006/main">
            <a:off x="6762750" y="152400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61C99A"/>
                </a:solidFill>
                <a:latin typeface="Calibri"/>
                <a:ea typeface="Calibri"/>
                <a:cs typeface="Calibri"/>
              </a:defRPr>
            </a:pPr>
            <a:r>
              <a:rPr sz="2850" b="1">
                <a:solidFill>
                  <a:srgbClr val="61C99A"/>
                </a:solidFill>
                <a:latin typeface="Calibri"/>
                <a:ea typeface="Calibri"/>
                <a:cs typeface="Calibri"/>
              </a:rPr>
              <a:t>BLUE GREEN</a:t>
            </a:r>
          </a:p>
        </p:txBody>
      </p:sp>
      <p:sp>
        <p:nvSpPr>
          <p:cNvPr id="10" name="">
            <a:extLst xmlns:a="http://schemas.openxmlformats.org/drawingml/2006/main">
              <a:ext uri="{FF2B5EF4-FFF2-40B4-BE49-F238E27FC236}">
                <a16:creationId xmlns:a16="http://schemas.microsoft.com/office/drawing/2014/main" id="{32EAB88C-304C-4D60-8678-E8FD8397E39B}"/>
              </a:ext>
            </a:extLst>
          </p:cNvPr>
          <p:cNvSpPr>
            <a:spLocks xmlns:a="http://schemas.openxmlformats.org/drawingml/2006/main" noGrp="1"/>
          </p:cNvSpPr>
          <p:nvPr/>
        </p:nvSpPr>
        <p:spPr>
          <a:xfrm xmlns:a="http://schemas.openxmlformats.org/drawingml/2006/main">
            <a:off x="6762750" y="2333625"/>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A9BBC5"/>
                </a:solidFill>
                <a:latin typeface="Calibri"/>
                <a:ea typeface="Calibri"/>
                <a:cs typeface="Calibri"/>
              </a:defRPr>
            </a:pPr>
            <a:r>
              <a:rPr sz="1575" b="0">
                <a:solidFill>
                  <a:srgbClr val="A9BBC5"/>
                </a:solidFill>
                <a:latin typeface="Calibri"/>
                <a:ea typeface="Calibri"/>
                <a:cs typeface="Calibri"/>
              </a:rPr>
              <a:t>Switch between complete environments</a:t>
            </a:r>
          </a:p>
        </p:txBody>
      </p:sp>
      <p:sp>
        <p:nvSpPr>
          <p:cNvPr id="11" name="">
            <a:extLst xmlns:a="http://schemas.openxmlformats.org/drawingml/2006/main">
              <a:ext uri="{FF2B5EF4-FFF2-40B4-BE49-F238E27FC236}">
                <a16:creationId xmlns:a16="http://schemas.microsoft.com/office/drawing/2014/main" id="{6A7C14CF-19B1-4C0C-AF46-22FFCF314775}"/>
              </a:ext>
            </a:extLst>
          </p:cNvPr>
          <p:cNvSpPr>
            <a:spLocks xmlns:a="http://schemas.openxmlformats.org/drawingml/2006/main" noGrp="1"/>
          </p:cNvSpPr>
          <p:nvPr/>
        </p:nvSpPr>
        <p:spPr>
          <a:xfrm xmlns:a="http://schemas.openxmlformats.org/drawingml/2006/main">
            <a:off x="9906000" y="1524000"/>
            <a:ext cx="171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3F6F7"/>
                </a:solidFill>
                <a:latin typeface="Calibri"/>
                <a:ea typeface="Calibri"/>
                <a:cs typeface="Calibri"/>
              </a:defRPr>
            </a:pPr>
            <a:r>
              <a:rPr sz="2850" b="1">
                <a:solidFill>
                  <a:srgbClr val="F3F6F7"/>
                </a:solidFill>
                <a:latin typeface="Calibri"/>
                <a:ea typeface="Calibri"/>
                <a:cs typeface="Calibri"/>
              </a:rPr>
              <a:t>BATCH</a:t>
            </a:r>
          </a:p>
        </p:txBody>
      </p:sp>
      <p:sp>
        <p:nvSpPr>
          <p:cNvPr id="12" name="">
            <a:extLst xmlns:a="http://schemas.openxmlformats.org/drawingml/2006/main">
              <a:ext uri="{FF2B5EF4-FFF2-40B4-BE49-F238E27FC236}">
                <a16:creationId xmlns:a16="http://schemas.microsoft.com/office/drawing/2014/main" id="{2C6633E6-811C-409F-8D4A-D5481A435F36}"/>
              </a:ext>
            </a:extLst>
          </p:cNvPr>
          <p:cNvSpPr>
            <a:spLocks xmlns:a="http://schemas.openxmlformats.org/drawingml/2006/main" noGrp="1"/>
          </p:cNvSpPr>
          <p:nvPr/>
        </p:nvSpPr>
        <p:spPr>
          <a:xfrm xmlns:a="http://schemas.openxmlformats.org/drawingml/2006/main">
            <a:off x="9906000" y="2333625"/>
            <a:ext cx="1714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A9BBC5"/>
                </a:solidFill>
                <a:latin typeface="Calibri"/>
                <a:ea typeface="Calibri"/>
                <a:cs typeface="Calibri"/>
              </a:defRPr>
            </a:pPr>
            <a:r>
              <a:rPr sz="1575" b="0">
                <a:solidFill>
                  <a:srgbClr val="A9BBC5"/>
                </a:solidFill>
                <a:latin typeface="Calibri"/>
                <a:ea typeface="Calibri"/>
                <a:cs typeface="Calibri"/>
              </a:rPr>
              <a:t>Score on a controlled schedule</a:t>
            </a:r>
          </a:p>
        </p:txBody>
      </p:sp>
      <p:sp>
        <p:nvSpPr>
          <p:cNvPr id="13" name="">
            <a:extLst xmlns:a="http://schemas.openxmlformats.org/drawingml/2006/main">
              <a:ext uri="{FF2B5EF4-FFF2-40B4-BE49-F238E27FC236}">
                <a16:creationId xmlns:a16="http://schemas.microsoft.com/office/drawing/2014/main" id="{D3579ED5-76EE-49F1-8F11-F1B41AE7AB97}"/>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Choose the strategy from consequence, latency, reversibility, and infrastructure</a:t>
            </a:r>
          </a:p>
        </p:txBody>
      </p:sp>
    </p:spTree>
    <p:extLst>
      <p:ext uri="{BB962C8B-B14F-4D97-AF65-F5344CB8AC3E}">
        <p14:creationId xmlns:p14="http://schemas.microsoft.com/office/powerpoint/2010/main" val="1323665985"/>
      </p:ext>
    </p:extLst>
  </p:cSld>
</p:sld>
</file>

<file path=ppt/slides/slide18.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159DBC-7A19-49CC-8C37-66744E1B5C0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D24497DF-2717-4092-AF8A-924ECFE6B14A}"/>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BF80098A-66CC-4895-B241-E3DB89929CF0}"/>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8EC4B917-F9B8-4DDD-B3B3-3068FA9211DB}"/>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Monitoring layers</a:t>
            </a:r>
          </a:p>
        </p:txBody>
      </p:sp>
      <p:sp>
        <p:nvSpPr>
          <p:cNvPr id="5" name="">
            <a:extLst xmlns:a="http://schemas.openxmlformats.org/drawingml/2006/main">
              <a:ext uri="{FF2B5EF4-FFF2-40B4-BE49-F238E27FC236}">
                <a16:creationId xmlns:a16="http://schemas.microsoft.com/office/drawing/2014/main" id="{5F6FA5EC-998A-44E4-88A9-4F34825D136D}"/>
              </a:ext>
            </a:extLst>
          </p:cNvPr>
          <p:cNvSpPr>
            <a:spLocks xmlns:a="http://schemas.openxmlformats.org/drawingml/2006/main" noGrp="1"/>
          </p:cNvSpPr>
          <p:nvPr/>
        </p:nvSpPr>
        <p:spPr>
          <a:xfrm xmlns:a="http://schemas.openxmlformats.org/drawingml/2006/main">
            <a:off x="762000"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A3E177E1-6DCC-422A-998D-0D3DE7D8C97A}"/>
              </a:ext>
            </a:extLst>
          </p:cNvPr>
          <p:cNvSpPr>
            <a:spLocks xmlns:a="http://schemas.openxmlformats.org/drawingml/2006/main" noGrp="1"/>
          </p:cNvSpPr>
          <p:nvPr/>
        </p:nvSpPr>
        <p:spPr>
          <a:xfrm xmlns:a="http://schemas.openxmlformats.org/drawingml/2006/main">
            <a:off x="895350"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F707EFDC-D80E-407A-8353-E4EF3FC43461}"/>
              </a:ext>
            </a:extLst>
          </p:cNvPr>
          <p:cNvSpPr>
            <a:spLocks xmlns:a="http://schemas.openxmlformats.org/drawingml/2006/main" noGrp="1"/>
          </p:cNvSpPr>
          <p:nvPr/>
        </p:nvSpPr>
        <p:spPr>
          <a:xfrm xmlns:a="http://schemas.openxmlformats.org/drawingml/2006/main">
            <a:off x="895350"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Service</a:t>
            </a:r>
          </a:p>
        </p:txBody>
      </p:sp>
      <p:sp>
        <p:nvSpPr>
          <p:cNvPr id="8" name="">
            <a:extLst xmlns:a="http://schemas.openxmlformats.org/drawingml/2006/main">
              <a:ext uri="{FF2B5EF4-FFF2-40B4-BE49-F238E27FC236}">
                <a16:creationId xmlns:a16="http://schemas.microsoft.com/office/drawing/2014/main" id="{E7F05A38-9F6E-4189-AAD8-D4D9180B2725}"/>
              </a:ext>
            </a:extLst>
          </p:cNvPr>
          <p:cNvSpPr>
            <a:spLocks xmlns:a="http://schemas.openxmlformats.org/drawingml/2006/main" noGrp="1"/>
          </p:cNvSpPr>
          <p:nvPr/>
        </p:nvSpPr>
        <p:spPr>
          <a:xfrm xmlns:a="http://schemas.openxmlformats.org/drawingml/2006/main">
            <a:off x="2568575"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3CB4C099-186A-4105-9B57-EB32199B8790}"/>
              </a:ext>
            </a:extLst>
          </p:cNvPr>
          <p:cNvSpPr>
            <a:spLocks xmlns:a="http://schemas.openxmlformats.org/drawingml/2006/main" noGrp="1"/>
          </p:cNvSpPr>
          <p:nvPr/>
        </p:nvSpPr>
        <p:spPr>
          <a:xfrm xmlns:a="http://schemas.openxmlformats.org/drawingml/2006/main">
            <a:off x="2701925"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7F2F681E-B72F-4F33-A74E-C08DD5EF94D5}"/>
              </a:ext>
            </a:extLst>
          </p:cNvPr>
          <p:cNvSpPr>
            <a:spLocks xmlns:a="http://schemas.openxmlformats.org/drawingml/2006/main" noGrp="1"/>
          </p:cNvSpPr>
          <p:nvPr/>
        </p:nvSpPr>
        <p:spPr>
          <a:xfrm xmlns:a="http://schemas.openxmlformats.org/drawingml/2006/main">
            <a:off x="2701925"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Data</a:t>
            </a:r>
          </a:p>
        </p:txBody>
      </p:sp>
      <p:sp>
        <p:nvSpPr>
          <p:cNvPr id="11" name="">
            <a:extLst xmlns:a="http://schemas.openxmlformats.org/drawingml/2006/main">
              <a:ext uri="{FF2B5EF4-FFF2-40B4-BE49-F238E27FC236}">
                <a16:creationId xmlns:a16="http://schemas.microsoft.com/office/drawing/2014/main" id="{B28136E9-0E2D-41CE-BD5A-5849E4A07F69}"/>
              </a:ext>
            </a:extLst>
          </p:cNvPr>
          <p:cNvSpPr>
            <a:spLocks xmlns:a="http://schemas.openxmlformats.org/drawingml/2006/main" noGrp="1"/>
          </p:cNvSpPr>
          <p:nvPr/>
        </p:nvSpPr>
        <p:spPr>
          <a:xfrm xmlns:a="http://schemas.openxmlformats.org/drawingml/2006/main">
            <a:off x="4375150"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8B9E033B-06B4-49B5-A37D-BD3B30B86877}"/>
              </a:ext>
            </a:extLst>
          </p:cNvPr>
          <p:cNvSpPr>
            <a:spLocks xmlns:a="http://schemas.openxmlformats.org/drawingml/2006/main" noGrp="1"/>
          </p:cNvSpPr>
          <p:nvPr/>
        </p:nvSpPr>
        <p:spPr>
          <a:xfrm xmlns:a="http://schemas.openxmlformats.org/drawingml/2006/main">
            <a:off x="4508500"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3AF41EA8-227A-436D-93D9-D15B3DA5CEF6}"/>
              </a:ext>
            </a:extLst>
          </p:cNvPr>
          <p:cNvSpPr>
            <a:spLocks xmlns:a="http://schemas.openxmlformats.org/drawingml/2006/main" noGrp="1"/>
          </p:cNvSpPr>
          <p:nvPr/>
        </p:nvSpPr>
        <p:spPr>
          <a:xfrm xmlns:a="http://schemas.openxmlformats.org/drawingml/2006/main">
            <a:off x="4508500"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Predictions</a:t>
            </a:r>
          </a:p>
        </p:txBody>
      </p:sp>
      <p:sp>
        <p:nvSpPr>
          <p:cNvPr id="14" name="">
            <a:extLst xmlns:a="http://schemas.openxmlformats.org/drawingml/2006/main">
              <a:ext uri="{FF2B5EF4-FFF2-40B4-BE49-F238E27FC236}">
                <a16:creationId xmlns:a16="http://schemas.microsoft.com/office/drawing/2014/main" id="{695F861E-634F-4177-9BAA-96247594DD9B}"/>
              </a:ext>
            </a:extLst>
          </p:cNvPr>
          <p:cNvSpPr>
            <a:spLocks xmlns:a="http://schemas.openxmlformats.org/drawingml/2006/main" noGrp="1"/>
          </p:cNvSpPr>
          <p:nvPr/>
        </p:nvSpPr>
        <p:spPr>
          <a:xfrm xmlns:a="http://schemas.openxmlformats.org/drawingml/2006/main">
            <a:off x="6181725"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D3553640-8831-4228-AB9F-62A3E0E832C9}"/>
              </a:ext>
            </a:extLst>
          </p:cNvPr>
          <p:cNvSpPr>
            <a:spLocks xmlns:a="http://schemas.openxmlformats.org/drawingml/2006/main" noGrp="1"/>
          </p:cNvSpPr>
          <p:nvPr/>
        </p:nvSpPr>
        <p:spPr>
          <a:xfrm xmlns:a="http://schemas.openxmlformats.org/drawingml/2006/main">
            <a:off x="6315075"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0539AD41-93B2-45E1-82F7-A366BDA8D60D}"/>
              </a:ext>
            </a:extLst>
          </p:cNvPr>
          <p:cNvSpPr>
            <a:spLocks xmlns:a="http://schemas.openxmlformats.org/drawingml/2006/main" noGrp="1"/>
          </p:cNvSpPr>
          <p:nvPr/>
        </p:nvSpPr>
        <p:spPr>
          <a:xfrm xmlns:a="http://schemas.openxmlformats.org/drawingml/2006/main">
            <a:off x="6315075"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Outcomes</a:t>
            </a:r>
          </a:p>
        </p:txBody>
      </p:sp>
      <p:sp>
        <p:nvSpPr>
          <p:cNvPr id="17" name="">
            <a:extLst xmlns:a="http://schemas.openxmlformats.org/drawingml/2006/main">
              <a:ext uri="{FF2B5EF4-FFF2-40B4-BE49-F238E27FC236}">
                <a16:creationId xmlns:a16="http://schemas.microsoft.com/office/drawing/2014/main" id="{5DB8DCA9-557E-4268-9827-3E2F56720F41}"/>
              </a:ext>
            </a:extLst>
          </p:cNvPr>
          <p:cNvSpPr>
            <a:spLocks xmlns:a="http://schemas.openxmlformats.org/drawingml/2006/main" noGrp="1"/>
          </p:cNvSpPr>
          <p:nvPr/>
        </p:nvSpPr>
        <p:spPr>
          <a:xfrm xmlns:a="http://schemas.openxmlformats.org/drawingml/2006/main">
            <a:off x="7988300"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8" name="">
            <a:extLst xmlns:a="http://schemas.openxmlformats.org/drawingml/2006/main">
              <a:ext uri="{FF2B5EF4-FFF2-40B4-BE49-F238E27FC236}">
                <a16:creationId xmlns:a16="http://schemas.microsoft.com/office/drawing/2014/main" id="{C728583E-01D1-4083-9D3B-2CD18EAB3385}"/>
              </a:ext>
            </a:extLst>
          </p:cNvPr>
          <p:cNvSpPr>
            <a:spLocks xmlns:a="http://schemas.openxmlformats.org/drawingml/2006/main" noGrp="1"/>
          </p:cNvSpPr>
          <p:nvPr/>
        </p:nvSpPr>
        <p:spPr>
          <a:xfrm xmlns:a="http://schemas.openxmlformats.org/drawingml/2006/main">
            <a:off x="8121650"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01E1A02A-6C86-41B6-B201-6277D2107B35}"/>
              </a:ext>
            </a:extLst>
          </p:cNvPr>
          <p:cNvSpPr>
            <a:spLocks xmlns:a="http://schemas.openxmlformats.org/drawingml/2006/main" noGrp="1"/>
          </p:cNvSpPr>
          <p:nvPr/>
        </p:nvSpPr>
        <p:spPr>
          <a:xfrm xmlns:a="http://schemas.openxmlformats.org/drawingml/2006/main">
            <a:off x="8121650"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Subgroups</a:t>
            </a:r>
          </a:p>
        </p:txBody>
      </p:sp>
      <p:sp>
        <p:nvSpPr>
          <p:cNvPr id="20" name="">
            <a:extLst xmlns:a="http://schemas.openxmlformats.org/drawingml/2006/main">
              <a:ext uri="{FF2B5EF4-FFF2-40B4-BE49-F238E27FC236}">
                <a16:creationId xmlns:a16="http://schemas.microsoft.com/office/drawing/2014/main" id="{49681071-9FE0-4D71-8F88-6C94C9EBB694}"/>
              </a:ext>
            </a:extLst>
          </p:cNvPr>
          <p:cNvSpPr>
            <a:spLocks xmlns:a="http://schemas.openxmlformats.org/drawingml/2006/main" noGrp="1"/>
          </p:cNvSpPr>
          <p:nvPr/>
        </p:nvSpPr>
        <p:spPr>
          <a:xfrm xmlns:a="http://schemas.openxmlformats.org/drawingml/2006/main">
            <a:off x="9794875" y="2333625"/>
            <a:ext cx="1635125"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21" name="">
            <a:extLst xmlns:a="http://schemas.openxmlformats.org/drawingml/2006/main">
              <a:ext uri="{FF2B5EF4-FFF2-40B4-BE49-F238E27FC236}">
                <a16:creationId xmlns:a16="http://schemas.microsoft.com/office/drawing/2014/main" id="{A5D0E66A-F996-4405-8BE1-B7F2B5319667}"/>
              </a:ext>
            </a:extLst>
          </p:cNvPr>
          <p:cNvSpPr>
            <a:spLocks xmlns:a="http://schemas.openxmlformats.org/drawingml/2006/main" noGrp="1"/>
          </p:cNvSpPr>
          <p:nvPr/>
        </p:nvSpPr>
        <p:spPr>
          <a:xfrm xmlns:a="http://schemas.openxmlformats.org/drawingml/2006/main">
            <a:off x="9928225"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06</a:t>
            </a:r>
          </a:p>
        </p:txBody>
      </p:sp>
      <p:sp>
        <p:nvSpPr>
          <p:cNvPr id="22" name="">
            <a:extLst xmlns:a="http://schemas.openxmlformats.org/drawingml/2006/main">
              <a:ext uri="{FF2B5EF4-FFF2-40B4-BE49-F238E27FC236}">
                <a16:creationId xmlns:a16="http://schemas.microsoft.com/office/drawing/2014/main" id="{8F3D152A-A80D-4588-9EED-17E93093CA7D}"/>
              </a:ext>
            </a:extLst>
          </p:cNvPr>
          <p:cNvSpPr>
            <a:spLocks xmlns:a="http://schemas.openxmlformats.org/drawingml/2006/main" noGrp="1"/>
          </p:cNvSpPr>
          <p:nvPr/>
        </p:nvSpPr>
        <p:spPr>
          <a:xfrm xmlns:a="http://schemas.openxmlformats.org/drawingml/2006/main">
            <a:off x="9928225"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Cost</a:t>
            </a:r>
          </a:p>
        </p:txBody>
      </p:sp>
      <p:sp>
        <p:nvSpPr>
          <p:cNvPr id="23" name="">
            <a:extLst xmlns:a="http://schemas.openxmlformats.org/drawingml/2006/main">
              <a:ext uri="{FF2B5EF4-FFF2-40B4-BE49-F238E27FC236}">
                <a16:creationId xmlns:a16="http://schemas.microsoft.com/office/drawing/2014/main" id="{4B33EBD1-FE0B-4B99-B920-3EAC34267C58}"/>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Every alert needs a threshold, an owner, and a runbook</a:t>
            </a:r>
          </a:p>
        </p:txBody>
      </p:sp>
    </p:spTree>
    <p:extLst>
      <p:ext uri="{BB962C8B-B14F-4D97-AF65-F5344CB8AC3E}">
        <p14:creationId xmlns:p14="http://schemas.microsoft.com/office/powerpoint/2010/main" val="1281652664"/>
      </p:ext>
    </p:extLst>
  </p:cSld>
</p:sld>
</file>

<file path=ppt/slides/slide19.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067F2E-2064-465E-9B67-3201E9071D8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B43282D3-6B71-4B16-A048-A5B17BA36F8C}"/>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123AF03B-ED9C-4096-B7E1-0726C4EAC632}"/>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907A7ABC-EB76-4D8D-97CD-B6B378556272}"/>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Drift is a signal</a:t>
            </a:r>
          </a:p>
        </p:txBody>
      </p:sp>
      <p:sp>
        <p:nvSpPr>
          <p:cNvPr id="5" name="">
            <a:extLst xmlns:a="http://schemas.openxmlformats.org/drawingml/2006/main">
              <a:ext uri="{FF2B5EF4-FFF2-40B4-BE49-F238E27FC236}">
                <a16:creationId xmlns:a16="http://schemas.microsoft.com/office/drawing/2014/main" id="{D66C4796-FCB0-46C8-B951-1A981AA37E65}"/>
              </a:ext>
            </a:extLst>
          </p:cNvPr>
          <p:cNvSpPr>
            <a:spLocks xmlns:a="http://schemas.openxmlformats.org/drawingml/2006/main" noGrp="1"/>
          </p:cNvSpPr>
          <p:nvPr/>
        </p:nvSpPr>
        <p:spPr>
          <a:xfrm xmlns:a="http://schemas.openxmlformats.org/drawingml/2006/main">
            <a:off x="666750" y="14763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6900" b="1">
                <a:solidFill>
                  <a:srgbClr val="F0B83E"/>
                </a:solidFill>
                <a:latin typeface="Calibri"/>
                <a:ea typeface="Calibri"/>
                <a:cs typeface="Calibri"/>
              </a:defRPr>
            </a:pPr>
            <a:r>
              <a:rPr sz="6900" b="1">
                <a:solidFill>
                  <a:srgbClr val="F0B83E"/>
                </a:solidFill>
                <a:latin typeface="Calibri"/>
                <a:ea typeface="Calibri"/>
                <a:cs typeface="Calibri"/>
              </a:rPr>
              <a:t>PSI</a:t>
            </a:r>
          </a:p>
        </p:txBody>
      </p:sp>
      <p:sp>
        <p:nvSpPr>
          <p:cNvPr id="6" name="">
            <a:extLst xmlns:a="http://schemas.openxmlformats.org/drawingml/2006/main">
              <a:ext uri="{FF2B5EF4-FFF2-40B4-BE49-F238E27FC236}">
                <a16:creationId xmlns:a16="http://schemas.microsoft.com/office/drawing/2014/main" id="{F5D407C2-18E4-4092-A065-A2BA3EB7B1DA}"/>
              </a:ext>
            </a:extLst>
          </p:cNvPr>
          <p:cNvSpPr>
            <a:spLocks xmlns:a="http://schemas.openxmlformats.org/drawingml/2006/main" noGrp="1"/>
          </p:cNvSpPr>
          <p:nvPr/>
        </p:nvSpPr>
        <p:spPr>
          <a:xfrm xmlns:a="http://schemas.openxmlformats.org/drawingml/2006/main">
            <a:off x="714375" y="3048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6F7"/>
                </a:solidFill>
                <a:latin typeface="Calibri"/>
                <a:ea typeface="Calibri"/>
                <a:cs typeface="Calibri"/>
              </a:defRPr>
            </a:pPr>
            <a:r>
              <a:rPr sz="1875" b="1">
                <a:solidFill>
                  <a:srgbClr val="F3F6F7"/>
                </a:solidFill>
                <a:latin typeface="Calibri"/>
                <a:ea typeface="Calibri"/>
                <a:cs typeface="Calibri"/>
              </a:rPr>
              <a:t>population stability index</a:t>
            </a:r>
          </a:p>
        </p:txBody>
      </p:sp>
      <p:sp>
        <p:nvSpPr>
          <p:cNvPr id="7" name="">
            <a:extLst xmlns:a="http://schemas.openxmlformats.org/drawingml/2006/main">
              <a:ext uri="{FF2B5EF4-FFF2-40B4-BE49-F238E27FC236}">
                <a16:creationId xmlns:a16="http://schemas.microsoft.com/office/drawing/2014/main" id="{5ECE58E9-D646-4936-B0B3-2AE449F6DCEE}"/>
              </a:ext>
            </a:extLst>
          </p:cNvPr>
          <p:cNvSpPr>
            <a:spLocks xmlns:a="http://schemas.openxmlformats.org/drawingml/2006/main" noGrp="1"/>
          </p:cNvSpPr>
          <p:nvPr/>
        </p:nvSpPr>
        <p:spPr>
          <a:xfrm xmlns:a="http://schemas.openxmlformats.org/drawingml/2006/main">
            <a:off x="5905500" y="16192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3F6F7"/>
                </a:solidFill>
                <a:latin typeface="Calibri"/>
                <a:ea typeface="Calibri"/>
                <a:cs typeface="Calibri"/>
              </a:defRPr>
            </a:pPr>
            <a:r>
              <a:rPr sz="1875" b="0">
                <a:solidFill>
                  <a:srgbClr val="F3F6F7"/>
                </a:solidFill>
                <a:latin typeface="Calibri"/>
                <a:ea typeface="Calibri"/>
                <a:cs typeface="Calibri"/>
              </a:rPr>
              <a:t>The notebook detects a changed rainfall distribution. PSI summarizes a difference between reference and current bins. It does not prove model degradation, explain the cause, or authorize retraining.</a:t>
            </a:r>
          </a:p>
        </p:txBody>
      </p:sp>
      <p:sp>
        <p:nvSpPr>
          <p:cNvPr id="8" name="">
            <a:extLst xmlns:a="http://schemas.openxmlformats.org/drawingml/2006/main">
              <a:ext uri="{FF2B5EF4-FFF2-40B4-BE49-F238E27FC236}">
                <a16:creationId xmlns:a16="http://schemas.microsoft.com/office/drawing/2014/main" id="{E0B25414-D381-4591-B8D3-45E648A8BC99}"/>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Investigate changed data before changing the model</a:t>
            </a:r>
          </a:p>
        </p:txBody>
      </p:sp>
    </p:spTree>
    <p:extLst>
      <p:ext uri="{BB962C8B-B14F-4D97-AF65-F5344CB8AC3E}">
        <p14:creationId xmlns:p14="http://schemas.microsoft.com/office/powerpoint/2010/main" val="867608930"/>
      </p:ext>
    </p:extLst>
  </p:cSld>
</p:sld>
</file>

<file path=ppt/slides/slide20.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9F1186A-F56C-4AD5-838C-3510C9A7814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0932C2A8-1147-43E7-8D51-8AEBEEF8230D}"/>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37DFE610-5B90-4599-A66C-3581846262AD}"/>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28FBE9A1-16EC-4B19-B933-BC86EA7232D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Incident and rollback</a:t>
            </a:r>
          </a:p>
        </p:txBody>
      </p:sp>
      <p:sp>
        <p:nvSpPr>
          <p:cNvPr id="5" name="">
            <a:extLst xmlns:a="http://schemas.openxmlformats.org/drawingml/2006/main">
              <a:ext uri="{FF2B5EF4-FFF2-40B4-BE49-F238E27FC236}">
                <a16:creationId xmlns:a16="http://schemas.microsoft.com/office/drawing/2014/main" id="{8A752527-3218-4E8B-9E60-485B889A4C64}"/>
              </a:ext>
            </a:extLst>
          </p:cNvPr>
          <p:cNvSpPr>
            <a:spLocks xmlns:a="http://schemas.openxmlformats.org/drawingml/2006/main" noGrp="1"/>
          </p:cNvSpPr>
          <p:nvPr/>
        </p:nvSpPr>
        <p:spPr>
          <a:xfrm xmlns:a="http://schemas.openxmlformats.org/drawingml/2006/main">
            <a:off x="762000"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EB2DC7BF-73BF-400C-B85E-44627105653E}"/>
              </a:ext>
            </a:extLst>
          </p:cNvPr>
          <p:cNvSpPr>
            <a:spLocks xmlns:a="http://schemas.openxmlformats.org/drawingml/2006/main" noGrp="1"/>
          </p:cNvSpPr>
          <p:nvPr/>
        </p:nvSpPr>
        <p:spPr>
          <a:xfrm xmlns:a="http://schemas.openxmlformats.org/drawingml/2006/main">
            <a:off x="895350"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F2680277-AA63-492D-852C-C3B6C6F033DD}"/>
              </a:ext>
            </a:extLst>
          </p:cNvPr>
          <p:cNvSpPr>
            <a:spLocks xmlns:a="http://schemas.openxmlformats.org/drawingml/2006/main" noGrp="1"/>
          </p:cNvSpPr>
          <p:nvPr/>
        </p:nvSpPr>
        <p:spPr>
          <a:xfrm xmlns:a="http://schemas.openxmlformats.org/drawingml/2006/main">
            <a:off x="895350"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Detect</a:t>
            </a:r>
          </a:p>
        </p:txBody>
      </p:sp>
      <p:sp>
        <p:nvSpPr>
          <p:cNvPr id="8" name="">
            <a:extLst xmlns:a="http://schemas.openxmlformats.org/drawingml/2006/main">
              <a:ext uri="{FF2B5EF4-FFF2-40B4-BE49-F238E27FC236}">
                <a16:creationId xmlns:a16="http://schemas.microsoft.com/office/drawing/2014/main" id="{2F0F9D7C-2EFC-4CBC-97A3-9EFEFBBFE6BD}"/>
              </a:ext>
            </a:extLst>
          </p:cNvPr>
          <p:cNvSpPr>
            <a:spLocks xmlns:a="http://schemas.openxmlformats.org/drawingml/2006/main" noGrp="1"/>
          </p:cNvSpPr>
          <p:nvPr/>
        </p:nvSpPr>
        <p:spPr>
          <a:xfrm xmlns:a="http://schemas.openxmlformats.org/drawingml/2006/main">
            <a:off x="2568575"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340FD6EC-685F-4582-AC09-17378D9F02F0}"/>
              </a:ext>
            </a:extLst>
          </p:cNvPr>
          <p:cNvSpPr>
            <a:spLocks xmlns:a="http://schemas.openxmlformats.org/drawingml/2006/main" noGrp="1"/>
          </p:cNvSpPr>
          <p:nvPr/>
        </p:nvSpPr>
        <p:spPr>
          <a:xfrm xmlns:a="http://schemas.openxmlformats.org/drawingml/2006/main">
            <a:off x="2701925"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8DD913E2-F52B-48C0-B78A-17FB426A70C1}"/>
              </a:ext>
            </a:extLst>
          </p:cNvPr>
          <p:cNvSpPr>
            <a:spLocks xmlns:a="http://schemas.openxmlformats.org/drawingml/2006/main" noGrp="1"/>
          </p:cNvSpPr>
          <p:nvPr/>
        </p:nvSpPr>
        <p:spPr>
          <a:xfrm xmlns:a="http://schemas.openxmlformats.org/drawingml/2006/main">
            <a:off x="2701925"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Contain</a:t>
            </a:r>
          </a:p>
        </p:txBody>
      </p:sp>
      <p:sp>
        <p:nvSpPr>
          <p:cNvPr id="11" name="">
            <a:extLst xmlns:a="http://schemas.openxmlformats.org/drawingml/2006/main">
              <a:ext uri="{FF2B5EF4-FFF2-40B4-BE49-F238E27FC236}">
                <a16:creationId xmlns:a16="http://schemas.microsoft.com/office/drawing/2014/main" id="{7DDF842D-D5CD-450A-B392-2A8EA445495D}"/>
              </a:ext>
            </a:extLst>
          </p:cNvPr>
          <p:cNvSpPr>
            <a:spLocks xmlns:a="http://schemas.openxmlformats.org/drawingml/2006/main" noGrp="1"/>
          </p:cNvSpPr>
          <p:nvPr/>
        </p:nvSpPr>
        <p:spPr>
          <a:xfrm xmlns:a="http://schemas.openxmlformats.org/drawingml/2006/main">
            <a:off x="4375150"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5C4F0BFB-F917-4DCC-B3A0-D386F0458DAD}"/>
              </a:ext>
            </a:extLst>
          </p:cNvPr>
          <p:cNvSpPr>
            <a:spLocks xmlns:a="http://schemas.openxmlformats.org/drawingml/2006/main" noGrp="1"/>
          </p:cNvSpPr>
          <p:nvPr/>
        </p:nvSpPr>
        <p:spPr>
          <a:xfrm xmlns:a="http://schemas.openxmlformats.org/drawingml/2006/main">
            <a:off x="4508500"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7247E8CD-14A0-4827-96B8-C31C6C2B1796}"/>
              </a:ext>
            </a:extLst>
          </p:cNvPr>
          <p:cNvSpPr>
            <a:spLocks xmlns:a="http://schemas.openxmlformats.org/drawingml/2006/main" noGrp="1"/>
          </p:cNvSpPr>
          <p:nvPr/>
        </p:nvSpPr>
        <p:spPr>
          <a:xfrm xmlns:a="http://schemas.openxmlformats.org/drawingml/2006/main">
            <a:off x="4508500"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Assess impact</a:t>
            </a:r>
          </a:p>
        </p:txBody>
      </p:sp>
      <p:sp>
        <p:nvSpPr>
          <p:cNvPr id="14" name="">
            <a:extLst xmlns:a="http://schemas.openxmlformats.org/drawingml/2006/main">
              <a:ext uri="{FF2B5EF4-FFF2-40B4-BE49-F238E27FC236}">
                <a16:creationId xmlns:a16="http://schemas.microsoft.com/office/drawing/2014/main" id="{A8DA385C-4089-4FC7-B47E-2480D3E57502}"/>
              </a:ext>
            </a:extLst>
          </p:cNvPr>
          <p:cNvSpPr>
            <a:spLocks xmlns:a="http://schemas.openxmlformats.org/drawingml/2006/main" noGrp="1"/>
          </p:cNvSpPr>
          <p:nvPr/>
        </p:nvSpPr>
        <p:spPr>
          <a:xfrm xmlns:a="http://schemas.openxmlformats.org/drawingml/2006/main">
            <a:off x="6181725"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2613361D-AE19-424A-BD0D-F8ABE783A890}"/>
              </a:ext>
            </a:extLst>
          </p:cNvPr>
          <p:cNvSpPr>
            <a:spLocks xmlns:a="http://schemas.openxmlformats.org/drawingml/2006/main" noGrp="1"/>
          </p:cNvSpPr>
          <p:nvPr/>
        </p:nvSpPr>
        <p:spPr>
          <a:xfrm xmlns:a="http://schemas.openxmlformats.org/drawingml/2006/main">
            <a:off x="6315075"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D440A2FF-1E86-41F9-B870-BC4F5CD7002B}"/>
              </a:ext>
            </a:extLst>
          </p:cNvPr>
          <p:cNvSpPr>
            <a:spLocks xmlns:a="http://schemas.openxmlformats.org/drawingml/2006/main" noGrp="1"/>
          </p:cNvSpPr>
          <p:nvPr/>
        </p:nvSpPr>
        <p:spPr>
          <a:xfrm xmlns:a="http://schemas.openxmlformats.org/drawingml/2006/main">
            <a:off x="6315075"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Restore manifest</a:t>
            </a:r>
          </a:p>
        </p:txBody>
      </p:sp>
      <p:sp>
        <p:nvSpPr>
          <p:cNvPr id="17" name="">
            <a:extLst xmlns:a="http://schemas.openxmlformats.org/drawingml/2006/main">
              <a:ext uri="{FF2B5EF4-FFF2-40B4-BE49-F238E27FC236}">
                <a16:creationId xmlns:a16="http://schemas.microsoft.com/office/drawing/2014/main" id="{884A6BA0-A460-4F94-A6B5-EB9585304358}"/>
              </a:ext>
            </a:extLst>
          </p:cNvPr>
          <p:cNvSpPr>
            <a:spLocks xmlns:a="http://schemas.openxmlformats.org/drawingml/2006/main" noGrp="1"/>
          </p:cNvSpPr>
          <p:nvPr/>
        </p:nvSpPr>
        <p:spPr>
          <a:xfrm xmlns:a="http://schemas.openxmlformats.org/drawingml/2006/main">
            <a:off x="7988300" y="233362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8" name="">
            <a:extLst xmlns:a="http://schemas.openxmlformats.org/drawingml/2006/main">
              <a:ext uri="{FF2B5EF4-FFF2-40B4-BE49-F238E27FC236}">
                <a16:creationId xmlns:a16="http://schemas.microsoft.com/office/drawing/2014/main" id="{FFC86247-EEA4-4AFE-AFFA-671F9B16256E}"/>
              </a:ext>
            </a:extLst>
          </p:cNvPr>
          <p:cNvSpPr>
            <a:spLocks xmlns:a="http://schemas.openxmlformats.org/drawingml/2006/main" noGrp="1"/>
          </p:cNvSpPr>
          <p:nvPr/>
        </p:nvSpPr>
        <p:spPr>
          <a:xfrm xmlns:a="http://schemas.openxmlformats.org/drawingml/2006/main">
            <a:off x="8121650"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9095E7F5-78A4-41AE-81A3-0018E70F1D9A}"/>
              </a:ext>
            </a:extLst>
          </p:cNvPr>
          <p:cNvSpPr>
            <a:spLocks xmlns:a="http://schemas.openxmlformats.org/drawingml/2006/main" noGrp="1"/>
          </p:cNvSpPr>
          <p:nvPr/>
        </p:nvSpPr>
        <p:spPr>
          <a:xfrm xmlns:a="http://schemas.openxmlformats.org/drawingml/2006/main">
            <a:off x="8121650"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Verify</a:t>
            </a:r>
          </a:p>
        </p:txBody>
      </p:sp>
      <p:sp>
        <p:nvSpPr>
          <p:cNvPr id="20" name="">
            <a:extLst xmlns:a="http://schemas.openxmlformats.org/drawingml/2006/main">
              <a:ext uri="{FF2B5EF4-FFF2-40B4-BE49-F238E27FC236}">
                <a16:creationId xmlns:a16="http://schemas.microsoft.com/office/drawing/2014/main" id="{B575C1AB-D6E3-4992-BA50-8C02D0A74F65}"/>
              </a:ext>
            </a:extLst>
          </p:cNvPr>
          <p:cNvSpPr>
            <a:spLocks xmlns:a="http://schemas.openxmlformats.org/drawingml/2006/main" noGrp="1"/>
          </p:cNvSpPr>
          <p:nvPr/>
        </p:nvSpPr>
        <p:spPr>
          <a:xfrm xmlns:a="http://schemas.openxmlformats.org/drawingml/2006/main">
            <a:off x="9794875" y="2333625"/>
            <a:ext cx="1635125"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21" name="">
            <a:extLst xmlns:a="http://schemas.openxmlformats.org/drawingml/2006/main">
              <a:ext uri="{FF2B5EF4-FFF2-40B4-BE49-F238E27FC236}">
                <a16:creationId xmlns:a16="http://schemas.microsoft.com/office/drawing/2014/main" id="{551C99DC-D3FB-48B4-AEDD-BAC7C128709F}"/>
              </a:ext>
            </a:extLst>
          </p:cNvPr>
          <p:cNvSpPr>
            <a:spLocks xmlns:a="http://schemas.openxmlformats.org/drawingml/2006/main" noGrp="1"/>
          </p:cNvSpPr>
          <p:nvPr/>
        </p:nvSpPr>
        <p:spPr>
          <a:xfrm xmlns:a="http://schemas.openxmlformats.org/drawingml/2006/main">
            <a:off x="9928225" y="244792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06</a:t>
            </a:r>
          </a:p>
        </p:txBody>
      </p:sp>
      <p:sp>
        <p:nvSpPr>
          <p:cNvPr id="22" name="">
            <a:extLst xmlns:a="http://schemas.openxmlformats.org/drawingml/2006/main">
              <a:ext uri="{FF2B5EF4-FFF2-40B4-BE49-F238E27FC236}">
                <a16:creationId xmlns:a16="http://schemas.microsoft.com/office/drawing/2014/main" id="{14B7D7D6-7FB8-4FDB-A82E-16A01ECBA683}"/>
              </a:ext>
            </a:extLst>
          </p:cNvPr>
          <p:cNvSpPr>
            <a:spLocks xmlns:a="http://schemas.openxmlformats.org/drawingml/2006/main" noGrp="1"/>
          </p:cNvSpPr>
          <p:nvPr/>
        </p:nvSpPr>
        <p:spPr>
          <a:xfrm xmlns:a="http://schemas.openxmlformats.org/drawingml/2006/main">
            <a:off x="9928225" y="277177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Learn</a:t>
            </a:r>
          </a:p>
        </p:txBody>
      </p:sp>
      <p:sp>
        <p:nvSpPr>
          <p:cNvPr id="23" name="">
            <a:extLst xmlns:a="http://schemas.openxmlformats.org/drawingml/2006/main">
              <a:ext uri="{FF2B5EF4-FFF2-40B4-BE49-F238E27FC236}">
                <a16:creationId xmlns:a16="http://schemas.microsoft.com/office/drawing/2014/main" id="{50F69C58-71E8-411F-A8E8-A0FE47039E16}"/>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Rollback restores the full known-good service, not only an older model file</a:t>
            </a:r>
          </a:p>
        </p:txBody>
      </p:sp>
    </p:spTree>
    <p:extLst>
      <p:ext uri="{BB962C8B-B14F-4D97-AF65-F5344CB8AC3E}">
        <p14:creationId xmlns:p14="http://schemas.microsoft.com/office/powerpoint/2010/main" val="2017262350"/>
      </p:ext>
    </p:extLst>
  </p:cSld>
</p:sld>
</file>

<file path=ppt/slides/slide21.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0C41D4E-EA16-437F-933B-E016452173B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6C220397-FB74-4683-B02A-46199849C0ED}"/>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7FA8DF72-AB2E-4898-8C8E-F9F43CED4A7F}"/>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2B457410-366C-4126-B816-C3F3BD2E2B1E}"/>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Release gates</a:t>
            </a:r>
          </a:p>
        </p:txBody>
      </p:sp>
      <p:sp>
        <p:nvSpPr>
          <p:cNvPr id="5" name="">
            <a:extLst xmlns:a="http://schemas.openxmlformats.org/drawingml/2006/main">
              <a:ext uri="{FF2B5EF4-FFF2-40B4-BE49-F238E27FC236}">
                <a16:creationId xmlns:a16="http://schemas.microsoft.com/office/drawing/2014/main" id="{F783D7AC-8068-4CE7-9A6B-3CEF877AA2CE}"/>
              </a:ext>
            </a:extLst>
          </p:cNvPr>
          <p:cNvSpPr>
            <a:spLocks xmlns:a="http://schemas.openxmlformats.org/drawingml/2006/main" noGrp="1"/>
          </p:cNvSpPr>
          <p:nvPr/>
        </p:nvSpPr>
        <p:spPr>
          <a:xfrm xmlns:a="http://schemas.openxmlformats.org/drawingml/2006/main">
            <a:off x="762000" y="13811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3F6F7"/>
                </a:solidFill>
                <a:latin typeface="Calibri"/>
                <a:ea typeface="Calibri"/>
                <a:cs typeface="Calibri"/>
              </a:defRPr>
            </a:pPr>
            <a:r>
              <a:rPr sz="1650" b="0">
                <a:solidFill>
                  <a:srgbClr val="F3F6F7"/>
                </a:solidFill>
                <a:latin typeface="Calibri"/>
                <a:ea typeface="Calibri"/>
                <a:cs typeface="Calibri"/>
              </a:rPr>
              <a:t>Data accepted</a:t>
            </a:r>
          </a:p>
        </p:txBody>
      </p:sp>
      <p:sp>
        <p:nvSpPr>
          <p:cNvPr id="6" name="">
            <a:extLst xmlns:a="http://schemas.openxmlformats.org/drawingml/2006/main">
              <a:ext uri="{FF2B5EF4-FFF2-40B4-BE49-F238E27FC236}">
                <a16:creationId xmlns:a16="http://schemas.microsoft.com/office/drawing/2014/main" id="{545DBC4E-43A5-4413-AA5A-109ADC79780E}"/>
              </a:ext>
            </a:extLst>
          </p:cNvPr>
          <p:cNvSpPr>
            <a:spLocks xmlns:a="http://schemas.openxmlformats.org/drawingml/2006/main" noGrp="1"/>
          </p:cNvSpPr>
          <p:nvPr/>
        </p:nvSpPr>
        <p:spPr>
          <a:xfrm xmlns:a="http://schemas.openxmlformats.org/drawingml/2006/main">
            <a:off x="7524750" y="1476375"/>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7" name="">
            <a:extLst xmlns:a="http://schemas.openxmlformats.org/drawingml/2006/main">
              <a:ext uri="{FF2B5EF4-FFF2-40B4-BE49-F238E27FC236}">
                <a16:creationId xmlns:a16="http://schemas.microsoft.com/office/drawing/2014/main" id="{AB5AAA3F-BBB0-4921-8EB5-C75425D8978A}"/>
              </a:ext>
            </a:extLst>
          </p:cNvPr>
          <p:cNvSpPr>
            <a:spLocks xmlns:a="http://schemas.openxmlformats.org/drawingml/2006/main" noGrp="1"/>
          </p:cNvSpPr>
          <p:nvPr/>
        </p:nvSpPr>
        <p:spPr>
          <a:xfrm xmlns:a="http://schemas.openxmlformats.org/drawingml/2006/main">
            <a:off x="7524750" y="1476375"/>
            <a:ext cx="2857500" cy="228600"/>
          </a:xfrm>
          <a:prstGeom xmlns:a="http://schemas.openxmlformats.org/drawingml/2006/main" prst="rect">
            <a:avLst/>
          </a:prstGeom>
          <a:solidFill xmlns:a="http://schemas.openxmlformats.org/drawingml/2006/main">
            <a:srgbClr val="61C99A"/>
          </a:solidFill>
          <a:ln xmlns:a="http://schemas.openxmlformats.org/drawingml/2006/main" w="9525">
            <a:noFill/>
          </a:ln>
        </p:spPr>
      </p:sp>
      <p:sp>
        <p:nvSpPr>
          <p:cNvPr id="8" name="">
            <a:extLst xmlns:a="http://schemas.openxmlformats.org/drawingml/2006/main">
              <a:ext uri="{FF2B5EF4-FFF2-40B4-BE49-F238E27FC236}">
                <a16:creationId xmlns:a16="http://schemas.microsoft.com/office/drawing/2014/main" id="{623E869B-2706-4E68-A948-456623F8A7C0}"/>
              </a:ext>
            </a:extLst>
          </p:cNvPr>
          <p:cNvSpPr>
            <a:spLocks xmlns:a="http://schemas.openxmlformats.org/drawingml/2006/main" noGrp="1"/>
          </p:cNvSpPr>
          <p:nvPr/>
        </p:nvSpPr>
        <p:spPr>
          <a:xfrm xmlns:a="http://schemas.openxmlformats.org/drawingml/2006/main">
            <a:off x="10572750" y="1381125"/>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61C99A"/>
                </a:solidFill>
                <a:latin typeface="Calibri"/>
                <a:ea typeface="Calibri"/>
                <a:cs typeface="Calibri"/>
              </a:defRPr>
            </a:pPr>
            <a:r>
              <a:rPr sz="1350" b="1">
                <a:solidFill>
                  <a:srgbClr val="61C99A"/>
                </a:solidFill>
                <a:latin typeface="Calibri"/>
                <a:ea typeface="Calibri"/>
                <a:cs typeface="Calibri"/>
              </a:rPr>
              <a:t>PASS</a:t>
            </a:r>
          </a:p>
        </p:txBody>
      </p:sp>
      <p:sp>
        <p:nvSpPr>
          <p:cNvPr id="9" name="">
            <a:extLst xmlns:a="http://schemas.openxmlformats.org/drawingml/2006/main">
              <a:ext uri="{FF2B5EF4-FFF2-40B4-BE49-F238E27FC236}">
                <a16:creationId xmlns:a16="http://schemas.microsoft.com/office/drawing/2014/main" id="{DABDF5FB-FF96-4C5E-8BBF-AC683147ED6F}"/>
              </a:ext>
            </a:extLst>
          </p:cNvPr>
          <p:cNvSpPr>
            <a:spLocks xmlns:a="http://schemas.openxmlformats.org/drawingml/2006/main" noGrp="1"/>
          </p:cNvSpPr>
          <p:nvPr/>
        </p:nvSpPr>
        <p:spPr>
          <a:xfrm xmlns:a="http://schemas.openxmlformats.org/drawingml/2006/main">
            <a:off x="762000" y="20002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3F6F7"/>
                </a:solidFill>
                <a:latin typeface="Calibri"/>
                <a:ea typeface="Calibri"/>
                <a:cs typeface="Calibri"/>
              </a:defRPr>
            </a:pPr>
            <a:r>
              <a:rPr sz="1650" b="0">
                <a:solidFill>
                  <a:srgbClr val="F3F6F7"/>
                </a:solidFill>
                <a:latin typeface="Calibri"/>
                <a:ea typeface="Calibri"/>
                <a:cs typeface="Calibri"/>
              </a:rPr>
              <a:t>ROC AUC</a:t>
            </a:r>
          </a:p>
        </p:txBody>
      </p:sp>
      <p:sp>
        <p:nvSpPr>
          <p:cNvPr id="10" name="">
            <a:extLst xmlns:a="http://schemas.openxmlformats.org/drawingml/2006/main">
              <a:ext uri="{FF2B5EF4-FFF2-40B4-BE49-F238E27FC236}">
                <a16:creationId xmlns:a16="http://schemas.microsoft.com/office/drawing/2014/main" id="{21693173-0B6F-4430-81A0-B52EEBF161AF}"/>
              </a:ext>
            </a:extLst>
          </p:cNvPr>
          <p:cNvSpPr>
            <a:spLocks xmlns:a="http://schemas.openxmlformats.org/drawingml/2006/main" noGrp="1"/>
          </p:cNvSpPr>
          <p:nvPr/>
        </p:nvSpPr>
        <p:spPr>
          <a:xfrm xmlns:a="http://schemas.openxmlformats.org/drawingml/2006/main">
            <a:off x="7524750" y="2095500"/>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11" name="">
            <a:extLst xmlns:a="http://schemas.openxmlformats.org/drawingml/2006/main">
              <a:ext uri="{FF2B5EF4-FFF2-40B4-BE49-F238E27FC236}">
                <a16:creationId xmlns:a16="http://schemas.microsoft.com/office/drawing/2014/main" id="{517EBC66-EA54-4FA0-B796-81DA325EB5B7}"/>
              </a:ext>
            </a:extLst>
          </p:cNvPr>
          <p:cNvSpPr>
            <a:spLocks xmlns:a="http://schemas.openxmlformats.org/drawingml/2006/main" noGrp="1"/>
          </p:cNvSpPr>
          <p:nvPr/>
        </p:nvSpPr>
        <p:spPr>
          <a:xfrm xmlns:a="http://schemas.openxmlformats.org/drawingml/2006/main">
            <a:off x="7524750" y="2095500"/>
            <a:ext cx="2857500" cy="228600"/>
          </a:xfrm>
          <a:prstGeom xmlns:a="http://schemas.openxmlformats.org/drawingml/2006/main" prst="rect">
            <a:avLst/>
          </a:prstGeom>
          <a:solidFill xmlns:a="http://schemas.openxmlformats.org/drawingml/2006/main">
            <a:srgbClr val="61C99A"/>
          </a:solidFill>
          <a:ln xmlns:a="http://schemas.openxmlformats.org/drawingml/2006/main" w="9525">
            <a:noFill/>
          </a:ln>
        </p:spPr>
      </p:sp>
      <p:sp>
        <p:nvSpPr>
          <p:cNvPr id="12" name="">
            <a:extLst xmlns:a="http://schemas.openxmlformats.org/drawingml/2006/main">
              <a:ext uri="{FF2B5EF4-FFF2-40B4-BE49-F238E27FC236}">
                <a16:creationId xmlns:a16="http://schemas.microsoft.com/office/drawing/2014/main" id="{4483B00F-0044-450E-83BB-98D1585C347D}"/>
              </a:ext>
            </a:extLst>
          </p:cNvPr>
          <p:cNvSpPr>
            <a:spLocks xmlns:a="http://schemas.openxmlformats.org/drawingml/2006/main" noGrp="1"/>
          </p:cNvSpPr>
          <p:nvPr/>
        </p:nvSpPr>
        <p:spPr>
          <a:xfrm xmlns:a="http://schemas.openxmlformats.org/drawingml/2006/main">
            <a:off x="10572750" y="20002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61C99A"/>
                </a:solidFill>
                <a:latin typeface="Calibri"/>
                <a:ea typeface="Calibri"/>
                <a:cs typeface="Calibri"/>
              </a:defRPr>
            </a:pPr>
            <a:r>
              <a:rPr sz="1350" b="1">
                <a:solidFill>
                  <a:srgbClr val="61C99A"/>
                </a:solidFill>
                <a:latin typeface="Calibri"/>
                <a:ea typeface="Calibri"/>
                <a:cs typeface="Calibri"/>
              </a:rPr>
              <a:t>PASS</a:t>
            </a:r>
          </a:p>
        </p:txBody>
      </p:sp>
      <p:sp>
        <p:nvSpPr>
          <p:cNvPr id="13" name="">
            <a:extLst xmlns:a="http://schemas.openxmlformats.org/drawingml/2006/main">
              <a:ext uri="{FF2B5EF4-FFF2-40B4-BE49-F238E27FC236}">
                <a16:creationId xmlns:a16="http://schemas.microsoft.com/office/drawing/2014/main" id="{F5D7692D-FF8F-4E8C-AC20-2D6953E8F98D}"/>
              </a:ext>
            </a:extLst>
          </p:cNvPr>
          <p:cNvSpPr>
            <a:spLocks xmlns:a="http://schemas.openxmlformats.org/drawingml/2006/main" noGrp="1"/>
          </p:cNvSpPr>
          <p:nvPr/>
        </p:nvSpPr>
        <p:spPr>
          <a:xfrm xmlns:a="http://schemas.openxmlformats.org/drawingml/2006/main">
            <a:off x="762000" y="26193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3F6F7"/>
                </a:solidFill>
                <a:latin typeface="Calibri"/>
                <a:ea typeface="Calibri"/>
                <a:cs typeface="Calibri"/>
              </a:defRPr>
            </a:pPr>
            <a:r>
              <a:rPr sz="1650" b="1">
                <a:solidFill>
                  <a:srgbClr val="F3F6F7"/>
                </a:solidFill>
                <a:latin typeface="Calibri"/>
                <a:ea typeface="Calibri"/>
                <a:cs typeface="Calibri"/>
              </a:rPr>
              <a:t>Recall</a:t>
            </a:r>
          </a:p>
        </p:txBody>
      </p:sp>
      <p:sp>
        <p:nvSpPr>
          <p:cNvPr id="14" name="">
            <a:extLst xmlns:a="http://schemas.openxmlformats.org/drawingml/2006/main">
              <a:ext uri="{FF2B5EF4-FFF2-40B4-BE49-F238E27FC236}">
                <a16:creationId xmlns:a16="http://schemas.microsoft.com/office/drawing/2014/main" id="{240ECC33-E1E8-4AE2-B1AB-6A60DFCBFC93}"/>
              </a:ext>
            </a:extLst>
          </p:cNvPr>
          <p:cNvSpPr>
            <a:spLocks xmlns:a="http://schemas.openxmlformats.org/drawingml/2006/main" noGrp="1"/>
          </p:cNvSpPr>
          <p:nvPr/>
        </p:nvSpPr>
        <p:spPr>
          <a:xfrm xmlns:a="http://schemas.openxmlformats.org/drawingml/2006/main">
            <a:off x="7524750" y="2714625"/>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15" name="">
            <a:extLst xmlns:a="http://schemas.openxmlformats.org/drawingml/2006/main">
              <a:ext uri="{FF2B5EF4-FFF2-40B4-BE49-F238E27FC236}">
                <a16:creationId xmlns:a16="http://schemas.microsoft.com/office/drawing/2014/main" id="{D74487A3-C9BA-4DE6-ADE0-61A49090A399}"/>
              </a:ext>
            </a:extLst>
          </p:cNvPr>
          <p:cNvSpPr>
            <a:spLocks xmlns:a="http://schemas.openxmlformats.org/drawingml/2006/main" noGrp="1"/>
          </p:cNvSpPr>
          <p:nvPr/>
        </p:nvSpPr>
        <p:spPr>
          <a:xfrm xmlns:a="http://schemas.openxmlformats.org/drawingml/2006/main">
            <a:off x="7524750" y="2714625"/>
            <a:ext cx="666750" cy="228600"/>
          </a:xfrm>
          <a:prstGeom xmlns:a="http://schemas.openxmlformats.org/drawingml/2006/main" prst="rect">
            <a:avLst/>
          </a:prstGeom>
          <a:solidFill xmlns:a="http://schemas.openxmlformats.org/drawingml/2006/main">
            <a:srgbClr val="E06B65"/>
          </a:solidFill>
          <a:ln xmlns:a="http://schemas.openxmlformats.org/drawingml/2006/main" w="9525">
            <a:noFill/>
          </a:ln>
        </p:spPr>
      </p:sp>
      <p:sp>
        <p:nvSpPr>
          <p:cNvPr id="16" name="">
            <a:extLst xmlns:a="http://schemas.openxmlformats.org/drawingml/2006/main">
              <a:ext uri="{FF2B5EF4-FFF2-40B4-BE49-F238E27FC236}">
                <a16:creationId xmlns:a16="http://schemas.microsoft.com/office/drawing/2014/main" id="{1C1A92B4-ED0D-4F77-9025-5ED607C79E45}"/>
              </a:ext>
            </a:extLst>
          </p:cNvPr>
          <p:cNvSpPr>
            <a:spLocks xmlns:a="http://schemas.openxmlformats.org/drawingml/2006/main" noGrp="1"/>
          </p:cNvSpPr>
          <p:nvPr/>
        </p:nvSpPr>
        <p:spPr>
          <a:xfrm xmlns:a="http://schemas.openxmlformats.org/drawingml/2006/main">
            <a:off x="10572750" y="2619375"/>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E06B65"/>
                </a:solidFill>
                <a:latin typeface="Calibri"/>
                <a:ea typeface="Calibri"/>
                <a:cs typeface="Calibri"/>
              </a:defRPr>
            </a:pPr>
            <a:r>
              <a:rPr sz="1350" b="1">
                <a:solidFill>
                  <a:srgbClr val="E06B65"/>
                </a:solidFill>
                <a:latin typeface="Calibri"/>
                <a:ea typeface="Calibri"/>
                <a:cs typeface="Calibri"/>
              </a:rPr>
              <a:t>BLOCK</a:t>
            </a:r>
          </a:p>
        </p:txBody>
      </p:sp>
      <p:sp>
        <p:nvSpPr>
          <p:cNvPr id="17" name="">
            <a:extLst xmlns:a="http://schemas.openxmlformats.org/drawingml/2006/main">
              <a:ext uri="{FF2B5EF4-FFF2-40B4-BE49-F238E27FC236}">
                <a16:creationId xmlns:a16="http://schemas.microsoft.com/office/drawing/2014/main" id="{5BC950C0-7FCF-45A1-BE24-3995ACCB4038}"/>
              </a:ext>
            </a:extLst>
          </p:cNvPr>
          <p:cNvSpPr>
            <a:spLocks xmlns:a="http://schemas.openxmlformats.org/drawingml/2006/main" noGrp="1"/>
          </p:cNvSpPr>
          <p:nvPr/>
        </p:nvSpPr>
        <p:spPr>
          <a:xfrm xmlns:a="http://schemas.openxmlformats.org/drawingml/2006/main">
            <a:off x="762000" y="32385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3F6F7"/>
                </a:solidFill>
                <a:latin typeface="Calibri"/>
                <a:ea typeface="Calibri"/>
                <a:cs typeface="Calibri"/>
              </a:defRPr>
            </a:pPr>
            <a:r>
              <a:rPr sz="1650" b="0">
                <a:solidFill>
                  <a:srgbClr val="F3F6F7"/>
                </a:solidFill>
                <a:latin typeface="Calibri"/>
                <a:ea typeface="Calibri"/>
                <a:cs typeface="Calibri"/>
              </a:rPr>
              <a:t>Contract test</a:t>
            </a:r>
          </a:p>
        </p:txBody>
      </p:sp>
      <p:sp>
        <p:nvSpPr>
          <p:cNvPr id="18" name="">
            <a:extLst xmlns:a="http://schemas.openxmlformats.org/drawingml/2006/main">
              <a:ext uri="{FF2B5EF4-FFF2-40B4-BE49-F238E27FC236}">
                <a16:creationId xmlns:a16="http://schemas.microsoft.com/office/drawing/2014/main" id="{87AA468B-DACC-46C1-8B58-2D1E82EDF562}"/>
              </a:ext>
            </a:extLst>
          </p:cNvPr>
          <p:cNvSpPr>
            <a:spLocks xmlns:a="http://schemas.openxmlformats.org/drawingml/2006/main" noGrp="1"/>
          </p:cNvSpPr>
          <p:nvPr/>
        </p:nvSpPr>
        <p:spPr>
          <a:xfrm xmlns:a="http://schemas.openxmlformats.org/drawingml/2006/main">
            <a:off x="7524750" y="3333750"/>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19" name="">
            <a:extLst xmlns:a="http://schemas.openxmlformats.org/drawingml/2006/main">
              <a:ext uri="{FF2B5EF4-FFF2-40B4-BE49-F238E27FC236}">
                <a16:creationId xmlns:a16="http://schemas.microsoft.com/office/drawing/2014/main" id="{B33328C2-832F-4CF0-9BBD-A3F2666C2C2A}"/>
              </a:ext>
            </a:extLst>
          </p:cNvPr>
          <p:cNvSpPr>
            <a:spLocks xmlns:a="http://schemas.openxmlformats.org/drawingml/2006/main" noGrp="1"/>
          </p:cNvSpPr>
          <p:nvPr/>
        </p:nvSpPr>
        <p:spPr>
          <a:xfrm xmlns:a="http://schemas.openxmlformats.org/drawingml/2006/main">
            <a:off x="7524750" y="3333750"/>
            <a:ext cx="2857500" cy="228600"/>
          </a:xfrm>
          <a:prstGeom xmlns:a="http://schemas.openxmlformats.org/drawingml/2006/main" prst="rect">
            <a:avLst/>
          </a:prstGeom>
          <a:solidFill xmlns:a="http://schemas.openxmlformats.org/drawingml/2006/main">
            <a:srgbClr val="61C99A"/>
          </a:solidFill>
          <a:ln xmlns:a="http://schemas.openxmlformats.org/drawingml/2006/main" w="9525">
            <a:noFill/>
          </a:ln>
        </p:spPr>
      </p:sp>
      <p:sp>
        <p:nvSpPr>
          <p:cNvPr id="20" name="">
            <a:extLst xmlns:a="http://schemas.openxmlformats.org/drawingml/2006/main">
              <a:ext uri="{FF2B5EF4-FFF2-40B4-BE49-F238E27FC236}">
                <a16:creationId xmlns:a16="http://schemas.microsoft.com/office/drawing/2014/main" id="{F23DF4EA-69EC-446C-A975-4A1EF5C75E5C}"/>
              </a:ext>
            </a:extLst>
          </p:cNvPr>
          <p:cNvSpPr>
            <a:spLocks xmlns:a="http://schemas.openxmlformats.org/drawingml/2006/main" noGrp="1"/>
          </p:cNvSpPr>
          <p:nvPr/>
        </p:nvSpPr>
        <p:spPr>
          <a:xfrm xmlns:a="http://schemas.openxmlformats.org/drawingml/2006/main">
            <a:off x="10572750" y="323850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61C99A"/>
                </a:solidFill>
                <a:latin typeface="Calibri"/>
                <a:ea typeface="Calibri"/>
                <a:cs typeface="Calibri"/>
              </a:defRPr>
            </a:pPr>
            <a:r>
              <a:rPr sz="1350" b="1">
                <a:solidFill>
                  <a:srgbClr val="61C99A"/>
                </a:solidFill>
                <a:latin typeface="Calibri"/>
                <a:ea typeface="Calibri"/>
                <a:cs typeface="Calibri"/>
              </a:rPr>
              <a:t>PASS</a:t>
            </a:r>
          </a:p>
        </p:txBody>
      </p:sp>
      <p:sp>
        <p:nvSpPr>
          <p:cNvPr id="21" name="">
            <a:extLst xmlns:a="http://schemas.openxmlformats.org/drawingml/2006/main">
              <a:ext uri="{FF2B5EF4-FFF2-40B4-BE49-F238E27FC236}">
                <a16:creationId xmlns:a16="http://schemas.microsoft.com/office/drawing/2014/main" id="{44C00DAE-CD3D-4850-9D13-829FB3CC9E39}"/>
              </a:ext>
            </a:extLst>
          </p:cNvPr>
          <p:cNvSpPr>
            <a:spLocks xmlns:a="http://schemas.openxmlformats.org/drawingml/2006/main" noGrp="1"/>
          </p:cNvSpPr>
          <p:nvPr/>
        </p:nvSpPr>
        <p:spPr>
          <a:xfrm xmlns:a="http://schemas.openxmlformats.org/drawingml/2006/main">
            <a:off x="76200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3F6F7"/>
                </a:solidFill>
                <a:latin typeface="Calibri"/>
                <a:ea typeface="Calibri"/>
                <a:cs typeface="Calibri"/>
              </a:defRPr>
            </a:pPr>
            <a:r>
              <a:rPr sz="1650" b="1">
                <a:solidFill>
                  <a:srgbClr val="F3F6F7"/>
                </a:solidFill>
                <a:latin typeface="Calibri"/>
                <a:ea typeface="Calibri"/>
                <a:cs typeface="Calibri"/>
              </a:rPr>
              <a:t>Monitoring plan</a:t>
            </a:r>
          </a:p>
        </p:txBody>
      </p:sp>
      <p:sp>
        <p:nvSpPr>
          <p:cNvPr id="22" name="">
            <a:extLst xmlns:a="http://schemas.openxmlformats.org/drawingml/2006/main">
              <a:ext uri="{FF2B5EF4-FFF2-40B4-BE49-F238E27FC236}">
                <a16:creationId xmlns:a16="http://schemas.microsoft.com/office/drawing/2014/main" id="{29AB6A05-9A64-4025-8868-1E101DA630FB}"/>
              </a:ext>
            </a:extLst>
          </p:cNvPr>
          <p:cNvSpPr>
            <a:spLocks xmlns:a="http://schemas.openxmlformats.org/drawingml/2006/main" noGrp="1"/>
          </p:cNvSpPr>
          <p:nvPr/>
        </p:nvSpPr>
        <p:spPr>
          <a:xfrm xmlns:a="http://schemas.openxmlformats.org/drawingml/2006/main">
            <a:off x="7524750" y="3952875"/>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23" name="">
            <a:extLst xmlns:a="http://schemas.openxmlformats.org/drawingml/2006/main">
              <a:ext uri="{FF2B5EF4-FFF2-40B4-BE49-F238E27FC236}">
                <a16:creationId xmlns:a16="http://schemas.microsoft.com/office/drawing/2014/main" id="{97731DF9-5D0F-4A60-BB95-837945567B15}"/>
              </a:ext>
            </a:extLst>
          </p:cNvPr>
          <p:cNvSpPr>
            <a:spLocks xmlns:a="http://schemas.openxmlformats.org/drawingml/2006/main" noGrp="1"/>
          </p:cNvSpPr>
          <p:nvPr/>
        </p:nvSpPr>
        <p:spPr>
          <a:xfrm xmlns:a="http://schemas.openxmlformats.org/drawingml/2006/main">
            <a:off x="7524750" y="3952875"/>
            <a:ext cx="666750" cy="228600"/>
          </a:xfrm>
          <a:prstGeom xmlns:a="http://schemas.openxmlformats.org/drawingml/2006/main" prst="rect">
            <a:avLst/>
          </a:prstGeom>
          <a:solidFill xmlns:a="http://schemas.openxmlformats.org/drawingml/2006/main">
            <a:srgbClr val="E06B65"/>
          </a:solidFill>
          <a:ln xmlns:a="http://schemas.openxmlformats.org/drawingml/2006/main" w="9525">
            <a:noFill/>
          </a:ln>
        </p:spPr>
      </p:sp>
      <p:sp>
        <p:nvSpPr>
          <p:cNvPr id="24" name="">
            <a:extLst xmlns:a="http://schemas.openxmlformats.org/drawingml/2006/main">
              <a:ext uri="{FF2B5EF4-FFF2-40B4-BE49-F238E27FC236}">
                <a16:creationId xmlns:a16="http://schemas.microsoft.com/office/drawing/2014/main" id="{2A418080-FF0B-429A-ACC6-BCEA7A530365}"/>
              </a:ext>
            </a:extLst>
          </p:cNvPr>
          <p:cNvSpPr>
            <a:spLocks xmlns:a="http://schemas.openxmlformats.org/drawingml/2006/main" noGrp="1"/>
          </p:cNvSpPr>
          <p:nvPr/>
        </p:nvSpPr>
        <p:spPr>
          <a:xfrm xmlns:a="http://schemas.openxmlformats.org/drawingml/2006/main">
            <a:off x="10572750" y="3857625"/>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E06B65"/>
                </a:solidFill>
                <a:latin typeface="Calibri"/>
                <a:ea typeface="Calibri"/>
                <a:cs typeface="Calibri"/>
              </a:defRPr>
            </a:pPr>
            <a:r>
              <a:rPr sz="1350" b="1">
                <a:solidFill>
                  <a:srgbClr val="E06B65"/>
                </a:solidFill>
                <a:latin typeface="Calibri"/>
                <a:ea typeface="Calibri"/>
                <a:cs typeface="Calibri"/>
              </a:rPr>
              <a:t>BLOCK</a:t>
            </a:r>
          </a:p>
        </p:txBody>
      </p:sp>
      <p:sp>
        <p:nvSpPr>
          <p:cNvPr id="25" name="">
            <a:extLst xmlns:a="http://schemas.openxmlformats.org/drawingml/2006/main">
              <a:ext uri="{FF2B5EF4-FFF2-40B4-BE49-F238E27FC236}">
                <a16:creationId xmlns:a16="http://schemas.microsoft.com/office/drawing/2014/main" id="{C984CDBB-84A7-4447-BB3C-7A7926BACF8F}"/>
              </a:ext>
            </a:extLst>
          </p:cNvPr>
          <p:cNvSpPr>
            <a:spLocks xmlns:a="http://schemas.openxmlformats.org/drawingml/2006/main" noGrp="1"/>
          </p:cNvSpPr>
          <p:nvPr/>
        </p:nvSpPr>
        <p:spPr>
          <a:xfrm xmlns:a="http://schemas.openxmlformats.org/drawingml/2006/main">
            <a:off x="762000" y="4476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3F6F7"/>
                </a:solidFill>
                <a:latin typeface="Calibri"/>
                <a:ea typeface="Calibri"/>
                <a:cs typeface="Calibri"/>
              </a:defRPr>
            </a:pPr>
            <a:r>
              <a:rPr sz="1650" b="0">
                <a:solidFill>
                  <a:srgbClr val="F3F6F7"/>
                </a:solidFill>
                <a:latin typeface="Calibri"/>
                <a:ea typeface="Calibri"/>
                <a:cs typeface="Calibri"/>
              </a:rPr>
              <a:t>Rollback tested</a:t>
            </a:r>
          </a:p>
        </p:txBody>
      </p:sp>
      <p:sp>
        <p:nvSpPr>
          <p:cNvPr id="26" name="">
            <a:extLst xmlns:a="http://schemas.openxmlformats.org/drawingml/2006/main">
              <a:ext uri="{FF2B5EF4-FFF2-40B4-BE49-F238E27FC236}">
                <a16:creationId xmlns:a16="http://schemas.microsoft.com/office/drawing/2014/main" id="{F4762ED5-7A14-4C8D-B1BE-95EC6DEB2435}"/>
              </a:ext>
            </a:extLst>
          </p:cNvPr>
          <p:cNvSpPr>
            <a:spLocks xmlns:a="http://schemas.openxmlformats.org/drawingml/2006/main" noGrp="1"/>
          </p:cNvSpPr>
          <p:nvPr/>
        </p:nvSpPr>
        <p:spPr>
          <a:xfrm xmlns:a="http://schemas.openxmlformats.org/drawingml/2006/main">
            <a:off x="7524750" y="4572000"/>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27" name="">
            <a:extLst xmlns:a="http://schemas.openxmlformats.org/drawingml/2006/main">
              <a:ext uri="{FF2B5EF4-FFF2-40B4-BE49-F238E27FC236}">
                <a16:creationId xmlns:a16="http://schemas.microsoft.com/office/drawing/2014/main" id="{ABBE03AD-FF30-4A62-8D71-FA890A81991D}"/>
              </a:ext>
            </a:extLst>
          </p:cNvPr>
          <p:cNvSpPr>
            <a:spLocks xmlns:a="http://schemas.openxmlformats.org/drawingml/2006/main" noGrp="1"/>
          </p:cNvSpPr>
          <p:nvPr/>
        </p:nvSpPr>
        <p:spPr>
          <a:xfrm xmlns:a="http://schemas.openxmlformats.org/drawingml/2006/main">
            <a:off x="7524750" y="4572000"/>
            <a:ext cx="2857500" cy="228600"/>
          </a:xfrm>
          <a:prstGeom xmlns:a="http://schemas.openxmlformats.org/drawingml/2006/main" prst="rect">
            <a:avLst/>
          </a:prstGeom>
          <a:solidFill xmlns:a="http://schemas.openxmlformats.org/drawingml/2006/main">
            <a:srgbClr val="61C99A"/>
          </a:solidFill>
          <a:ln xmlns:a="http://schemas.openxmlformats.org/drawingml/2006/main" w="9525">
            <a:noFill/>
          </a:ln>
        </p:spPr>
      </p:sp>
      <p:sp>
        <p:nvSpPr>
          <p:cNvPr id="28" name="">
            <a:extLst xmlns:a="http://schemas.openxmlformats.org/drawingml/2006/main">
              <a:ext uri="{FF2B5EF4-FFF2-40B4-BE49-F238E27FC236}">
                <a16:creationId xmlns:a16="http://schemas.microsoft.com/office/drawing/2014/main" id="{D0DF89E7-3B68-4D58-A87C-A2B25E817D06}"/>
              </a:ext>
            </a:extLst>
          </p:cNvPr>
          <p:cNvSpPr>
            <a:spLocks xmlns:a="http://schemas.openxmlformats.org/drawingml/2006/main" noGrp="1"/>
          </p:cNvSpPr>
          <p:nvPr/>
        </p:nvSpPr>
        <p:spPr>
          <a:xfrm xmlns:a="http://schemas.openxmlformats.org/drawingml/2006/main">
            <a:off x="10572750" y="44767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61C99A"/>
                </a:solidFill>
                <a:latin typeface="Calibri"/>
                <a:ea typeface="Calibri"/>
                <a:cs typeface="Calibri"/>
              </a:defRPr>
            </a:pPr>
            <a:r>
              <a:rPr sz="1350" b="1">
                <a:solidFill>
                  <a:srgbClr val="61C99A"/>
                </a:solidFill>
                <a:latin typeface="Calibri"/>
                <a:ea typeface="Calibri"/>
                <a:cs typeface="Calibri"/>
              </a:rPr>
              <a:t>PASS</a:t>
            </a:r>
          </a:p>
        </p:txBody>
      </p:sp>
      <p:sp>
        <p:nvSpPr>
          <p:cNvPr id="29" name="">
            <a:extLst xmlns:a="http://schemas.openxmlformats.org/drawingml/2006/main">
              <a:ext uri="{FF2B5EF4-FFF2-40B4-BE49-F238E27FC236}">
                <a16:creationId xmlns:a16="http://schemas.microsoft.com/office/drawing/2014/main" id="{0F0B3BA7-0DFB-4B00-BBD7-AFB07A9BC312}"/>
              </a:ext>
            </a:extLst>
          </p:cNvPr>
          <p:cNvSpPr>
            <a:spLocks xmlns:a="http://schemas.openxmlformats.org/drawingml/2006/main" noGrp="1"/>
          </p:cNvSpPr>
          <p:nvPr/>
        </p:nvSpPr>
        <p:spPr>
          <a:xfrm xmlns:a="http://schemas.openxmlformats.org/drawingml/2006/main">
            <a:off x="762000" y="5095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3F6F7"/>
                </a:solidFill>
                <a:latin typeface="Calibri"/>
                <a:ea typeface="Calibri"/>
                <a:cs typeface="Calibri"/>
              </a:defRPr>
            </a:pPr>
            <a:r>
              <a:rPr sz="1650" b="1">
                <a:solidFill>
                  <a:srgbClr val="F3F6F7"/>
                </a:solidFill>
                <a:latin typeface="Calibri"/>
                <a:ea typeface="Calibri"/>
                <a:cs typeface="Calibri"/>
              </a:rPr>
              <a:t>Governance approval</a:t>
            </a:r>
          </a:p>
        </p:txBody>
      </p:sp>
      <p:sp>
        <p:nvSpPr>
          <p:cNvPr id="30" name="">
            <a:extLst xmlns:a="http://schemas.openxmlformats.org/drawingml/2006/main">
              <a:ext uri="{FF2B5EF4-FFF2-40B4-BE49-F238E27FC236}">
                <a16:creationId xmlns:a16="http://schemas.microsoft.com/office/drawing/2014/main" id="{BCF74B32-9A5E-4EA0-B828-93A437A90B89}"/>
              </a:ext>
            </a:extLst>
          </p:cNvPr>
          <p:cNvSpPr>
            <a:spLocks xmlns:a="http://schemas.openxmlformats.org/drawingml/2006/main" noGrp="1"/>
          </p:cNvSpPr>
          <p:nvPr/>
        </p:nvSpPr>
        <p:spPr>
          <a:xfrm xmlns:a="http://schemas.openxmlformats.org/drawingml/2006/main">
            <a:off x="7524750" y="5191125"/>
            <a:ext cx="2857500" cy="228600"/>
          </a:xfrm>
          <a:prstGeom xmlns:a="http://schemas.openxmlformats.org/drawingml/2006/main" prst="rect">
            <a:avLst/>
          </a:prstGeom>
          <a:solidFill xmlns:a="http://schemas.openxmlformats.org/drawingml/2006/main">
            <a:srgbClr val="17364A"/>
          </a:solidFill>
          <a:ln xmlns:a="http://schemas.openxmlformats.org/drawingml/2006/main" w="9525">
            <a:noFill/>
          </a:ln>
        </p:spPr>
      </p:sp>
      <p:sp>
        <p:nvSpPr>
          <p:cNvPr id="31" name="">
            <a:extLst xmlns:a="http://schemas.openxmlformats.org/drawingml/2006/main">
              <a:ext uri="{FF2B5EF4-FFF2-40B4-BE49-F238E27FC236}">
                <a16:creationId xmlns:a16="http://schemas.microsoft.com/office/drawing/2014/main" id="{930E762A-A43E-4D8F-A215-1A542D5A33F8}"/>
              </a:ext>
            </a:extLst>
          </p:cNvPr>
          <p:cNvSpPr>
            <a:spLocks xmlns:a="http://schemas.openxmlformats.org/drawingml/2006/main" noGrp="1"/>
          </p:cNvSpPr>
          <p:nvPr/>
        </p:nvSpPr>
        <p:spPr>
          <a:xfrm xmlns:a="http://schemas.openxmlformats.org/drawingml/2006/main">
            <a:off x="7524750" y="5191125"/>
            <a:ext cx="666750" cy="228600"/>
          </a:xfrm>
          <a:prstGeom xmlns:a="http://schemas.openxmlformats.org/drawingml/2006/main" prst="rect">
            <a:avLst/>
          </a:prstGeom>
          <a:solidFill xmlns:a="http://schemas.openxmlformats.org/drawingml/2006/main">
            <a:srgbClr val="E06B65"/>
          </a:solidFill>
          <a:ln xmlns:a="http://schemas.openxmlformats.org/drawingml/2006/main" w="9525">
            <a:noFill/>
          </a:ln>
        </p:spPr>
      </p:sp>
      <p:sp>
        <p:nvSpPr>
          <p:cNvPr id="32" name="">
            <a:extLst xmlns:a="http://schemas.openxmlformats.org/drawingml/2006/main">
              <a:ext uri="{FF2B5EF4-FFF2-40B4-BE49-F238E27FC236}">
                <a16:creationId xmlns:a16="http://schemas.microsoft.com/office/drawing/2014/main" id="{D18DB39E-6DCC-4187-B111-5E088BB0AC4B}"/>
              </a:ext>
            </a:extLst>
          </p:cNvPr>
          <p:cNvSpPr>
            <a:spLocks xmlns:a="http://schemas.openxmlformats.org/drawingml/2006/main" noGrp="1"/>
          </p:cNvSpPr>
          <p:nvPr/>
        </p:nvSpPr>
        <p:spPr>
          <a:xfrm xmlns:a="http://schemas.openxmlformats.org/drawingml/2006/main">
            <a:off x="10572750" y="5095875"/>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350" b="1">
                <a:solidFill>
                  <a:srgbClr val="E06B65"/>
                </a:solidFill>
                <a:latin typeface="Calibri"/>
                <a:ea typeface="Calibri"/>
                <a:cs typeface="Calibri"/>
              </a:defRPr>
            </a:pPr>
            <a:r>
              <a:rPr sz="1350" b="1">
                <a:solidFill>
                  <a:srgbClr val="E06B65"/>
                </a:solidFill>
                <a:latin typeface="Calibri"/>
                <a:ea typeface="Calibri"/>
                <a:cs typeface="Calibri"/>
              </a:rPr>
              <a:t>BLOCK</a:t>
            </a:r>
          </a:p>
        </p:txBody>
      </p:sp>
      <p:sp>
        <p:nvSpPr>
          <p:cNvPr id="33" name="">
            <a:extLst xmlns:a="http://schemas.openxmlformats.org/drawingml/2006/main">
              <a:ext uri="{FF2B5EF4-FFF2-40B4-BE49-F238E27FC236}">
                <a16:creationId xmlns:a16="http://schemas.microsoft.com/office/drawing/2014/main" id="{76225DB3-77FE-40F5-AE5F-F6E9F82FF6F9}"/>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Authorized release = false</a:t>
            </a:r>
          </a:p>
        </p:txBody>
      </p:sp>
    </p:spTree>
    <p:extLst>
      <p:ext uri="{BB962C8B-B14F-4D97-AF65-F5344CB8AC3E}">
        <p14:creationId xmlns:p14="http://schemas.microsoft.com/office/powerpoint/2010/main" val="213912206"/>
      </p:ext>
    </p:extLst>
  </p:cSld>
</p:sld>
</file>

<file path=ppt/slides/slide22.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0B931E-62A3-4EAC-91BB-E0223AE39F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834B1588-83B5-4525-B9A0-A34831D49971}"/>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78927260-1BD3-4E6A-A13F-5ECBC737D4D4}"/>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9119CAF2-50D5-4513-9A57-9DED5CD57154}"/>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Agriculture</a:t>
            </a:r>
          </a:p>
        </p:txBody>
      </p:sp>
      <p:sp>
        <p:nvSpPr>
          <p:cNvPr id="5" name="">
            <a:extLst xmlns:a="http://schemas.openxmlformats.org/drawingml/2006/main">
              <a:ext uri="{FF2B5EF4-FFF2-40B4-BE49-F238E27FC236}">
                <a16:creationId xmlns:a16="http://schemas.microsoft.com/office/drawing/2014/main" id="{AAF70895-BC2D-47F3-9E46-C3FAC9B32D35}"/>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90709E35-FB01-4761-8839-82AC1EE6F754}"/>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BF757696-AF44-4806-9516-12FA7D392A3F}"/>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Illustrative use</a:t>
            </a:r>
          </a:p>
        </p:txBody>
      </p:sp>
      <p:sp>
        <p:nvSpPr>
          <p:cNvPr id="8" name="">
            <a:extLst xmlns:a="http://schemas.openxmlformats.org/drawingml/2006/main">
              <a:ext uri="{FF2B5EF4-FFF2-40B4-BE49-F238E27FC236}">
                <a16:creationId xmlns:a16="http://schemas.microsoft.com/office/drawing/2014/main" id="{D61CAA2F-D302-48B6-8B61-7C55F3681340}"/>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Seasonal production-risk screening for planning and field verification.</a:t>
            </a:r>
          </a:p>
        </p:txBody>
      </p:sp>
      <p:sp>
        <p:nvSpPr>
          <p:cNvPr id="9" name="">
            <a:extLst xmlns:a="http://schemas.openxmlformats.org/drawingml/2006/main">
              <a:ext uri="{FF2B5EF4-FFF2-40B4-BE49-F238E27FC236}">
                <a16:creationId xmlns:a16="http://schemas.microsoft.com/office/drawing/2014/main" id="{AB853FF8-8135-47CD-BB0A-9FE50C50D94E}"/>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Critical safeguards</a:t>
            </a:r>
          </a:p>
        </p:txBody>
      </p:sp>
      <p:sp>
        <p:nvSpPr>
          <p:cNvPr id="10" name="">
            <a:extLst xmlns:a="http://schemas.openxmlformats.org/drawingml/2006/main">
              <a:ext uri="{FF2B5EF4-FFF2-40B4-BE49-F238E27FC236}">
                <a16:creationId xmlns:a16="http://schemas.microsoft.com/office/drawing/2014/main" id="{2DA69F13-A6CC-4A7B-AA4D-77364EA991C6}"/>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Time-aware validation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Spatial coverage evidence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No silent conversion to credit or benefit eligibility</a:t>
            </a:r>
          </a:p>
        </p:txBody>
      </p:sp>
      <p:sp>
        <p:nvSpPr>
          <p:cNvPr id="11" name="">
            <a:extLst xmlns:a="http://schemas.openxmlformats.org/drawingml/2006/main">
              <a:ext uri="{FF2B5EF4-FFF2-40B4-BE49-F238E27FC236}">
                <a16:creationId xmlns:a16="http://schemas.microsoft.com/office/drawing/2014/main" id="{BA002DBD-12ED-48A8-9982-5D71F7F26F5C}"/>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The notebook uses synthetic agricultural data for reproducible instruction</a:t>
            </a:r>
          </a:p>
        </p:txBody>
      </p:sp>
    </p:spTree>
    <p:extLst>
      <p:ext uri="{BB962C8B-B14F-4D97-AF65-F5344CB8AC3E}">
        <p14:creationId xmlns:p14="http://schemas.microsoft.com/office/powerpoint/2010/main" val="636588705"/>
      </p:ext>
    </p:extLst>
  </p:cSld>
</p:sld>
</file>

<file path=ppt/slides/slide23.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4BC5BA-3965-49B0-9C24-5644EEF8DA7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EAF68FC4-4534-4C1D-AF49-C9A9E0908CAA}"/>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40DC05F4-AFDC-4F91-9665-1E274212C2A5}"/>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7E58A77C-74E0-4644-93FB-5472FB4592D6}"/>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Education</a:t>
            </a:r>
          </a:p>
        </p:txBody>
      </p:sp>
      <p:sp>
        <p:nvSpPr>
          <p:cNvPr id="5" name="">
            <a:extLst xmlns:a="http://schemas.openxmlformats.org/drawingml/2006/main">
              <a:ext uri="{FF2B5EF4-FFF2-40B4-BE49-F238E27FC236}">
                <a16:creationId xmlns:a16="http://schemas.microsoft.com/office/drawing/2014/main" id="{7376D6FE-5EBC-47AE-82E2-30E6E483ADA1}"/>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CEAEE9CA-0CEF-483C-9AA6-38239DE8F34A}"/>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15563B5A-AE17-4C39-8434-32A1F392E150}"/>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Illustrative use</a:t>
            </a:r>
          </a:p>
        </p:txBody>
      </p:sp>
      <p:sp>
        <p:nvSpPr>
          <p:cNvPr id="8" name="">
            <a:extLst xmlns:a="http://schemas.openxmlformats.org/drawingml/2006/main">
              <a:ext uri="{FF2B5EF4-FFF2-40B4-BE49-F238E27FC236}">
                <a16:creationId xmlns:a16="http://schemas.microsoft.com/office/drawing/2014/main" id="{8DDC7CAF-FF02-487F-8A5D-2EE1CA2D7079}"/>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Identify learners who may benefit from supportive outreach.</a:t>
            </a:r>
          </a:p>
        </p:txBody>
      </p:sp>
      <p:sp>
        <p:nvSpPr>
          <p:cNvPr id="9" name="">
            <a:extLst xmlns:a="http://schemas.openxmlformats.org/drawingml/2006/main">
              <a:ext uri="{FF2B5EF4-FFF2-40B4-BE49-F238E27FC236}">
                <a16:creationId xmlns:a16="http://schemas.microsoft.com/office/drawing/2014/main" id="{6F5B54AE-1613-43B1-9923-6BEE4622CC92}"/>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Critical safeguards</a:t>
            </a:r>
          </a:p>
        </p:txBody>
      </p:sp>
      <p:sp>
        <p:nvSpPr>
          <p:cNvPr id="10" name="">
            <a:extLst xmlns:a="http://schemas.openxmlformats.org/drawingml/2006/main">
              <a:ext uri="{FF2B5EF4-FFF2-40B4-BE49-F238E27FC236}">
                <a16:creationId xmlns:a16="http://schemas.microsoft.com/office/drawing/2014/main" id="{B8F99994-CD54-4DFB-BAA2-B12E8B407B37}"/>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Cohort-safe validation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Subgroup monitoring</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Human review</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No punitive use</a:t>
            </a:r>
          </a:p>
        </p:txBody>
      </p:sp>
      <p:sp>
        <p:nvSpPr>
          <p:cNvPr id="11" name="">
            <a:extLst xmlns:a="http://schemas.openxmlformats.org/drawingml/2006/main">
              <a:ext uri="{FF2B5EF4-FFF2-40B4-BE49-F238E27FC236}">
                <a16:creationId xmlns:a16="http://schemas.microsoft.com/office/drawing/2014/main" id="{8E9077F4-D3BB-4AB4-A849-3109AE50870F}"/>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Support indicators require correction and contestability paths</a:t>
            </a:r>
          </a:p>
        </p:txBody>
      </p:sp>
    </p:spTree>
    <p:extLst>
      <p:ext uri="{BB962C8B-B14F-4D97-AF65-F5344CB8AC3E}">
        <p14:creationId xmlns:p14="http://schemas.microsoft.com/office/powerpoint/2010/main" val="1208931777"/>
      </p:ext>
    </p:extLst>
  </p:cSld>
</p:sld>
</file>

<file path=ppt/slides/slide24.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734BB9-373A-4948-90E3-170F8F2EBFC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72BF7631-82DC-465B-97E5-1A7E7AFC490A}"/>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A6AF5ACC-D9B3-448F-A59D-A8DB3FA03BDC}"/>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4F904FEC-2B7B-488D-A10B-1E45B328E1C2}"/>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Health</a:t>
            </a:r>
          </a:p>
        </p:txBody>
      </p:sp>
      <p:sp>
        <p:nvSpPr>
          <p:cNvPr id="5" name="">
            <a:extLst xmlns:a="http://schemas.openxmlformats.org/drawingml/2006/main">
              <a:ext uri="{FF2B5EF4-FFF2-40B4-BE49-F238E27FC236}">
                <a16:creationId xmlns:a16="http://schemas.microsoft.com/office/drawing/2014/main" id="{7D7CC233-4354-4541-8018-2E6076950727}"/>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8821242A-39AA-4ECB-95AE-071C2560197A}"/>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95E28170-D5A0-4B0C-99CC-DEF2AE4F3918}"/>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Illustrative use</a:t>
            </a:r>
          </a:p>
        </p:txBody>
      </p:sp>
      <p:sp>
        <p:nvSpPr>
          <p:cNvPr id="8" name="">
            <a:extLst xmlns:a="http://schemas.openxmlformats.org/drawingml/2006/main">
              <a:ext uri="{FF2B5EF4-FFF2-40B4-BE49-F238E27FC236}">
                <a16:creationId xmlns:a16="http://schemas.microsoft.com/office/drawing/2014/main" id="{A7E50BE0-64A0-4C43-9F25-D73BE23CD462}"/>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Clinical or public-health triage support under qualified supervision.</a:t>
            </a:r>
          </a:p>
        </p:txBody>
      </p:sp>
      <p:sp>
        <p:nvSpPr>
          <p:cNvPr id="9" name="">
            <a:extLst xmlns:a="http://schemas.openxmlformats.org/drawingml/2006/main">
              <a:ext uri="{FF2B5EF4-FFF2-40B4-BE49-F238E27FC236}">
                <a16:creationId xmlns:a16="http://schemas.microsoft.com/office/drawing/2014/main" id="{451CE126-97DE-4E37-93C0-EED8E5296D74}"/>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Critical safeguards</a:t>
            </a:r>
          </a:p>
        </p:txBody>
      </p:sp>
      <p:sp>
        <p:nvSpPr>
          <p:cNvPr id="10" name="">
            <a:extLst xmlns:a="http://schemas.openxmlformats.org/drawingml/2006/main">
              <a:ext uri="{FF2B5EF4-FFF2-40B4-BE49-F238E27FC236}">
                <a16:creationId xmlns:a16="http://schemas.microsoft.com/office/drawing/2014/main" id="{5E0EDE95-C56C-4B5D-8470-EEC7B2F58E4D}"/>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Clinical validation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Calibration and safety</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Escalation rules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Conservative failure</a:t>
            </a:r>
          </a:p>
        </p:txBody>
      </p:sp>
      <p:sp>
        <p:nvSpPr>
          <p:cNvPr id="11" name="">
            <a:extLst xmlns:a="http://schemas.openxmlformats.org/drawingml/2006/main">
              <a:ext uri="{FF2B5EF4-FFF2-40B4-BE49-F238E27FC236}">
                <a16:creationId xmlns:a16="http://schemas.microsoft.com/office/drawing/2014/main" id="{1DCEAEAA-81DB-47C9-AA57-EDD45B7E7576}"/>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Development metrics cannot replace qualified clinical authority</a:t>
            </a:r>
          </a:p>
        </p:txBody>
      </p:sp>
    </p:spTree>
    <p:extLst>
      <p:ext uri="{BB962C8B-B14F-4D97-AF65-F5344CB8AC3E}">
        <p14:creationId xmlns:p14="http://schemas.microsoft.com/office/powerpoint/2010/main" val="1551886434"/>
      </p:ext>
    </p:extLst>
  </p:cSld>
</p:sld>
</file>

<file path=ppt/slides/slide25.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33AD68-33B5-4F88-B10F-4EDF4BCCBB5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B9803453-055A-4409-9B52-6B2924A487D1}"/>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FBB5848-E9C2-4C1F-B0F4-20127968C075}"/>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EAA0890A-5A60-473C-9FCD-ECAFBF01AF8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Habitat</a:t>
            </a:r>
          </a:p>
        </p:txBody>
      </p:sp>
      <p:sp>
        <p:nvSpPr>
          <p:cNvPr id="5" name="">
            <a:extLst xmlns:a="http://schemas.openxmlformats.org/drawingml/2006/main">
              <a:ext uri="{FF2B5EF4-FFF2-40B4-BE49-F238E27FC236}">
                <a16:creationId xmlns:a16="http://schemas.microsoft.com/office/drawing/2014/main" id="{BB6DAAB5-3E6C-4EC0-B6BF-DFB2D09D00DB}"/>
              </a:ext>
            </a:extLst>
          </p:cNvPr>
          <p:cNvSpPr>
            <a:spLocks xmlns:a="http://schemas.openxmlformats.org/drawingml/2006/main" noGrp="1"/>
          </p:cNvSpPr>
          <p:nvPr/>
        </p:nvSpPr>
        <p:spPr>
          <a:xfrm xmlns:a="http://schemas.openxmlformats.org/drawingml/2006/main">
            <a:off x="619125" y="1476375"/>
            <a:ext cx="5191125" cy="4095750"/>
          </a:xfrm>
          <a:prstGeom xmlns:a="http://schemas.openxmlformats.org/drawingml/2006/main" prst="rect">
            <a:avLst/>
          </a:prstGeom>
          <a:solidFill xmlns:a="http://schemas.openxmlformats.org/drawingml/2006/main">
            <a:srgbClr val="0A2638"/>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9BB45245-8908-457A-811F-EAB4A28BD8BD}"/>
              </a:ext>
            </a:extLst>
          </p:cNvPr>
          <p:cNvSpPr>
            <a:spLocks xmlns:a="http://schemas.openxmlformats.org/drawingml/2006/main" noGrp="1"/>
          </p:cNvSpPr>
          <p:nvPr/>
        </p:nvSpPr>
        <p:spPr>
          <a:xfrm xmlns:a="http://schemas.openxmlformats.org/drawingml/2006/main">
            <a:off x="6381750" y="1476375"/>
            <a:ext cx="5191125" cy="4095750"/>
          </a:xfrm>
          <a:prstGeom xmlns:a="http://schemas.openxmlformats.org/drawingml/2006/main" prst="rect">
            <a:avLst/>
          </a:prstGeom>
          <a:solidFill xmlns:a="http://schemas.openxmlformats.org/drawingml/2006/main">
            <a:srgbClr val="102D3F"/>
          </a:solidFill>
          <a:ln xmlns:a="http://schemas.openxmlformats.org/drawingml/2006/main" w="9525">
            <a:solidFill>
              <a:srgbClr val="F0B83E"/>
            </a:solidFill>
          </a:ln>
        </p:spPr>
      </p:sp>
      <p:sp>
        <p:nvSpPr>
          <p:cNvPr id="7" name="">
            <a:extLst xmlns:a="http://schemas.openxmlformats.org/drawingml/2006/main">
              <a:ext uri="{FF2B5EF4-FFF2-40B4-BE49-F238E27FC236}">
                <a16:creationId xmlns:a16="http://schemas.microsoft.com/office/drawing/2014/main" id="{CB3F4537-9346-4140-A974-93AE1B3D51B2}"/>
              </a:ext>
            </a:extLst>
          </p:cNvPr>
          <p:cNvSpPr>
            <a:spLocks xmlns:a="http://schemas.openxmlformats.org/drawingml/2006/main" noGrp="1"/>
          </p:cNvSpPr>
          <p:nvPr/>
        </p:nvSpPr>
        <p:spPr>
          <a:xfrm xmlns:a="http://schemas.openxmlformats.org/drawingml/2006/main">
            <a:off x="904875"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1FD6C5"/>
                </a:solidFill>
                <a:latin typeface="Calibri"/>
                <a:ea typeface="Calibri"/>
                <a:cs typeface="Calibri"/>
              </a:defRPr>
            </a:pPr>
            <a:r>
              <a:rPr sz="1800" b="1">
                <a:solidFill>
                  <a:srgbClr val="1FD6C5"/>
                </a:solidFill>
                <a:latin typeface="Calibri"/>
                <a:ea typeface="Calibri"/>
                <a:cs typeface="Calibri"/>
              </a:rPr>
              <a:t>Illustrative use</a:t>
            </a:r>
          </a:p>
        </p:txBody>
      </p:sp>
      <p:sp>
        <p:nvSpPr>
          <p:cNvPr id="8" name="">
            <a:extLst xmlns:a="http://schemas.openxmlformats.org/drawingml/2006/main">
              <a:ext uri="{FF2B5EF4-FFF2-40B4-BE49-F238E27FC236}">
                <a16:creationId xmlns:a16="http://schemas.microsoft.com/office/drawing/2014/main" id="{ABDBDCE4-D20B-4718-9143-5A0462972459}"/>
              </a:ext>
            </a:extLst>
          </p:cNvPr>
          <p:cNvSpPr>
            <a:spLocks xmlns:a="http://schemas.openxmlformats.org/drawingml/2006/main" noGrp="1"/>
          </p:cNvSpPr>
          <p:nvPr/>
        </p:nvSpPr>
        <p:spPr>
          <a:xfrm xmlns:a="http://schemas.openxmlformats.org/drawingml/2006/main">
            <a:off x="904875"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Prioritize housing-condition or settlement-infrastructure inspection.</a:t>
            </a:r>
          </a:p>
        </p:txBody>
      </p:sp>
      <p:sp>
        <p:nvSpPr>
          <p:cNvPr id="9" name="">
            <a:extLst xmlns:a="http://schemas.openxmlformats.org/drawingml/2006/main">
              <a:ext uri="{FF2B5EF4-FFF2-40B4-BE49-F238E27FC236}">
                <a16:creationId xmlns:a16="http://schemas.microsoft.com/office/drawing/2014/main" id="{4BE5D466-2C2C-4533-8A37-C2BA0C6AFD9C}"/>
              </a:ext>
            </a:extLst>
          </p:cNvPr>
          <p:cNvSpPr>
            <a:spLocks xmlns:a="http://schemas.openxmlformats.org/drawingml/2006/main" noGrp="1"/>
          </p:cNvSpPr>
          <p:nvPr/>
        </p:nvSpPr>
        <p:spPr>
          <a:xfrm xmlns:a="http://schemas.openxmlformats.org/drawingml/2006/main">
            <a:off x="6667500" y="1714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0B83E"/>
                </a:solidFill>
                <a:latin typeface="Calibri"/>
                <a:ea typeface="Calibri"/>
                <a:cs typeface="Calibri"/>
              </a:defRPr>
            </a:pPr>
            <a:r>
              <a:rPr sz="1800" b="1">
                <a:solidFill>
                  <a:srgbClr val="F0B83E"/>
                </a:solidFill>
                <a:latin typeface="Calibri"/>
                <a:ea typeface="Calibri"/>
                <a:cs typeface="Calibri"/>
              </a:rPr>
              <a:t>Critical safeguards</a:t>
            </a:r>
          </a:p>
        </p:txBody>
      </p:sp>
      <p:sp>
        <p:nvSpPr>
          <p:cNvPr id="10" name="">
            <a:extLst xmlns:a="http://schemas.openxmlformats.org/drawingml/2006/main">
              <a:ext uri="{FF2B5EF4-FFF2-40B4-BE49-F238E27FC236}">
                <a16:creationId xmlns:a16="http://schemas.microsoft.com/office/drawing/2014/main" id="{35714B2F-5C3F-43F8-BE36-BF551F7739D5}"/>
              </a:ext>
            </a:extLst>
          </p:cNvPr>
          <p:cNvSpPr>
            <a:spLocks xmlns:a="http://schemas.openxmlformats.org/drawingml/2006/main" noGrp="1"/>
          </p:cNvSpPr>
          <p:nvPr/>
        </p:nvSpPr>
        <p:spPr>
          <a:xfrm xmlns:a="http://schemas.openxmlformats.org/drawingml/2006/main">
            <a:off x="6667500" y="2286000"/>
            <a:ext cx="46196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Spatial lineage</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Coverage analysis</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Valid geographic resolution</a:t>
            </a:r>
          </a:p>
          <a:p xmlns:a="http://schemas.openxmlformats.org/drawingml/2006/main">
            <a:pPr algn="l">
              <a:defRPr sz="1575" b="0">
                <a:solidFill>
                  <a:srgbClr val="F3F6F7"/>
                </a:solidFill>
                <a:latin typeface="Calibri"/>
                <a:ea typeface="Calibri"/>
                <a:cs typeface="Calibri"/>
              </a:defRPr>
            </a:pPr>
            <a:r>
              <a:rPr sz="1575" b="0">
                <a:solidFill>
                  <a:srgbClr val="F3F6F7"/>
                </a:solidFill>
                <a:latin typeface="Calibri"/>
                <a:ea typeface="Calibri"/>
                <a:cs typeface="Calibri"/>
              </a:rPr>
              <a:t>Community contestability</a:t>
            </a:r>
          </a:p>
        </p:txBody>
      </p:sp>
      <p:sp>
        <p:nvSpPr>
          <p:cNvPr id="11" name="">
            <a:extLst xmlns:a="http://schemas.openxmlformats.org/drawingml/2006/main">
              <a:ext uri="{FF2B5EF4-FFF2-40B4-BE49-F238E27FC236}">
                <a16:creationId xmlns:a16="http://schemas.microsoft.com/office/drawing/2014/main" id="{1C218752-5C1B-4899-95A2-385D2DC84D67}"/>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A neighborhood signal does not prove a household condition</a:t>
            </a:r>
          </a:p>
        </p:txBody>
      </p:sp>
    </p:spTree>
    <p:extLst>
      <p:ext uri="{BB962C8B-B14F-4D97-AF65-F5344CB8AC3E}">
        <p14:creationId xmlns:p14="http://schemas.microsoft.com/office/powerpoint/2010/main" val="1115761069"/>
      </p:ext>
    </p:extLst>
  </p:cSld>
</p:sld>
</file>

<file path=ppt/slides/slide26.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44C1E0-1941-47BC-9F1F-38F5544DF7A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78FC23AC-25F1-4D2A-9645-8024C919264D}"/>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2202AC33-42C4-4242-858B-83D4AAE1C0AE}"/>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7E24FD9B-6F5B-43F5-8AAD-3653F91B87D6}"/>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The 100-mark assessment</a:t>
            </a:r>
          </a:p>
        </p:txBody>
      </p:sp>
      <p:sp>
        <p:nvSpPr>
          <p:cNvPr id="5" name="">
            <a:extLst xmlns:a="http://schemas.openxmlformats.org/drawingml/2006/main">
              <a:ext uri="{FF2B5EF4-FFF2-40B4-BE49-F238E27FC236}">
                <a16:creationId xmlns:a16="http://schemas.microsoft.com/office/drawing/2014/main" id="{7BD7EC44-E129-4BA7-A520-8CA00092F911}"/>
              </a:ext>
            </a:extLst>
          </p:cNvPr>
          <p:cNvSpPr>
            <a:spLocks xmlns:a="http://schemas.openxmlformats.org/drawingml/2006/main" noGrp="1"/>
          </p:cNvSpPr>
          <p:nvPr/>
        </p:nvSpPr>
        <p:spPr>
          <a:xfrm xmlns:a="http://schemas.openxmlformats.org/drawingml/2006/main">
            <a:off x="666750" y="1476375"/>
            <a:ext cx="4762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6900" b="1">
                <a:solidFill>
                  <a:srgbClr val="1FD6C5"/>
                </a:solidFill>
                <a:latin typeface="Calibri"/>
                <a:ea typeface="Calibri"/>
                <a:cs typeface="Calibri"/>
              </a:defRPr>
            </a:pPr>
            <a:r>
              <a:rPr sz="6900" b="1">
                <a:solidFill>
                  <a:srgbClr val="1FD6C5"/>
                </a:solidFill>
                <a:latin typeface="Calibri"/>
                <a:ea typeface="Calibri"/>
                <a:cs typeface="Calibri"/>
              </a:rPr>
              <a:t>100</a:t>
            </a:r>
          </a:p>
        </p:txBody>
      </p:sp>
      <p:sp>
        <p:nvSpPr>
          <p:cNvPr id="6" name="">
            <a:extLst xmlns:a="http://schemas.openxmlformats.org/drawingml/2006/main">
              <a:ext uri="{FF2B5EF4-FFF2-40B4-BE49-F238E27FC236}">
                <a16:creationId xmlns:a16="http://schemas.microsoft.com/office/drawing/2014/main" id="{C2E1EB08-D5C5-4843-8FFF-68E21D362918}"/>
              </a:ext>
            </a:extLst>
          </p:cNvPr>
          <p:cNvSpPr>
            <a:spLocks xmlns:a="http://schemas.openxmlformats.org/drawingml/2006/main" noGrp="1"/>
          </p:cNvSpPr>
          <p:nvPr/>
        </p:nvSpPr>
        <p:spPr>
          <a:xfrm xmlns:a="http://schemas.openxmlformats.org/drawingml/2006/main">
            <a:off x="714375" y="3048000"/>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3F6F7"/>
                </a:solidFill>
                <a:latin typeface="Calibri"/>
                <a:ea typeface="Calibri"/>
                <a:cs typeface="Calibri"/>
              </a:defRPr>
            </a:pPr>
            <a:r>
              <a:rPr sz="1875" b="1">
                <a:solidFill>
                  <a:srgbClr val="F3F6F7"/>
                </a:solidFill>
                <a:latin typeface="Calibri"/>
                <a:ea typeface="Calibri"/>
                <a:cs typeface="Calibri"/>
              </a:rPr>
              <a:t>marks</a:t>
            </a:r>
          </a:p>
        </p:txBody>
      </p:sp>
      <p:sp>
        <p:nvSpPr>
          <p:cNvPr id="7" name="">
            <a:extLst xmlns:a="http://schemas.openxmlformats.org/drawingml/2006/main">
              <a:ext uri="{FF2B5EF4-FFF2-40B4-BE49-F238E27FC236}">
                <a16:creationId xmlns:a16="http://schemas.microsoft.com/office/drawing/2014/main" id="{D7064C2F-79BA-4569-B187-1DC06B5EFA95}"/>
              </a:ext>
            </a:extLst>
          </p:cNvPr>
          <p:cNvSpPr>
            <a:spLocks xmlns:a="http://schemas.openxmlformats.org/drawingml/2006/main" noGrp="1"/>
          </p:cNvSpPr>
          <p:nvPr/>
        </p:nvSpPr>
        <p:spPr>
          <a:xfrm xmlns:a="http://schemas.openxmlformats.org/drawingml/2006/main">
            <a:off x="5905500" y="1619250"/>
            <a:ext cx="5286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F3F6F7"/>
                </a:solidFill>
                <a:latin typeface="Calibri"/>
                <a:ea typeface="Calibri"/>
                <a:cs typeface="Calibri"/>
              </a:defRPr>
            </a:pPr>
            <a:r>
              <a:rPr sz="1875" b="0">
                <a:solidFill>
                  <a:srgbClr val="F3F6F7"/>
                </a:solidFill>
                <a:latin typeface="Calibri"/>
                <a:ea typeface="Calibri"/>
                <a:cs typeface="Calibri"/>
              </a:rPr>
              <a:t>Eight exercises cover lifecycle design, reproducibility, data acceptance, evaluation, lineage, serving, incident response, governance, and retirement.</a:t>
            </a:r>
          </a:p>
        </p:txBody>
      </p:sp>
      <p:sp>
        <p:nvSpPr>
          <p:cNvPr id="8" name="">
            <a:extLst xmlns:a="http://schemas.openxmlformats.org/drawingml/2006/main">
              <a:ext uri="{FF2B5EF4-FFF2-40B4-BE49-F238E27FC236}">
                <a16:creationId xmlns:a16="http://schemas.microsoft.com/office/drawing/2014/main" id="{3A40ABDA-13B2-4B8C-A94C-1A27ABD6D58F}"/>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Recommended time: four to six hours plus notebook execution</a:t>
            </a:r>
          </a:p>
        </p:txBody>
      </p:sp>
    </p:spTree>
    <p:extLst>
      <p:ext uri="{BB962C8B-B14F-4D97-AF65-F5344CB8AC3E}">
        <p14:creationId xmlns:p14="http://schemas.microsoft.com/office/powerpoint/2010/main" val="378766352"/>
      </p:ext>
    </p:extLst>
  </p:cSld>
</p:sld>
</file>

<file path=ppt/slides/slide27.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B6452CE-050B-4B3A-B5D9-6CA1EBDD806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3772F6A0-9ED6-496D-8C7A-7F36BAEDC275}"/>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D4515050-0EA9-4EFA-BBAB-63C11F63C483}"/>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354A73D6-6107-4E97-964E-A701627788F2}"/>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Notebook evidence package</a:t>
            </a:r>
          </a:p>
        </p:txBody>
      </p:sp>
      <p:sp>
        <p:nvSpPr>
          <p:cNvPr id="5" name="">
            <a:extLst xmlns:a="http://schemas.openxmlformats.org/drawingml/2006/main">
              <a:ext uri="{FF2B5EF4-FFF2-40B4-BE49-F238E27FC236}">
                <a16:creationId xmlns:a16="http://schemas.microsoft.com/office/drawing/2014/main" id="{F37D4B9D-2BB5-4719-A272-103C47423DAA}"/>
              </a:ext>
            </a:extLst>
          </p:cNvPr>
          <p:cNvSpPr>
            <a:spLocks xmlns:a="http://schemas.openxmlformats.org/drawingml/2006/main" noGrp="1"/>
          </p:cNvSpPr>
          <p:nvPr/>
        </p:nvSpPr>
        <p:spPr>
          <a:xfrm xmlns:a="http://schemas.openxmlformats.org/drawingml/2006/main">
            <a:off x="762000" y="223837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6" name="">
            <a:extLst xmlns:a="http://schemas.openxmlformats.org/drawingml/2006/main">
              <a:ext uri="{FF2B5EF4-FFF2-40B4-BE49-F238E27FC236}">
                <a16:creationId xmlns:a16="http://schemas.microsoft.com/office/drawing/2014/main" id="{B0EED1AF-8600-4114-B8D5-C2C40D183F26}"/>
              </a:ext>
            </a:extLst>
          </p:cNvPr>
          <p:cNvSpPr>
            <a:spLocks xmlns:a="http://schemas.openxmlformats.org/drawingml/2006/main" noGrp="1"/>
          </p:cNvSpPr>
          <p:nvPr/>
        </p:nvSpPr>
        <p:spPr>
          <a:xfrm xmlns:a="http://schemas.openxmlformats.org/drawingml/2006/main">
            <a:off x="895350" y="235267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ECAED8BE-970C-4713-9CEF-435E8786D8B3}"/>
              </a:ext>
            </a:extLst>
          </p:cNvPr>
          <p:cNvSpPr>
            <a:spLocks xmlns:a="http://schemas.openxmlformats.org/drawingml/2006/main" noGrp="1"/>
          </p:cNvSpPr>
          <p:nvPr/>
        </p:nvSpPr>
        <p:spPr>
          <a:xfrm xmlns:a="http://schemas.openxmlformats.org/drawingml/2006/main">
            <a:off x="895350" y="267652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Accepted data</a:t>
            </a:r>
          </a:p>
        </p:txBody>
      </p:sp>
      <p:sp>
        <p:nvSpPr>
          <p:cNvPr id="8" name="">
            <a:extLst xmlns:a="http://schemas.openxmlformats.org/drawingml/2006/main">
              <a:ext uri="{FF2B5EF4-FFF2-40B4-BE49-F238E27FC236}">
                <a16:creationId xmlns:a16="http://schemas.microsoft.com/office/drawing/2014/main" id="{FBFE494C-5923-4C1C-BB54-8C1174AFAE2A}"/>
              </a:ext>
            </a:extLst>
          </p:cNvPr>
          <p:cNvSpPr>
            <a:spLocks xmlns:a="http://schemas.openxmlformats.org/drawingml/2006/main" noGrp="1"/>
          </p:cNvSpPr>
          <p:nvPr/>
        </p:nvSpPr>
        <p:spPr>
          <a:xfrm xmlns:a="http://schemas.openxmlformats.org/drawingml/2006/main">
            <a:off x="2568575" y="223837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9" name="">
            <a:extLst xmlns:a="http://schemas.openxmlformats.org/drawingml/2006/main">
              <a:ext uri="{FF2B5EF4-FFF2-40B4-BE49-F238E27FC236}">
                <a16:creationId xmlns:a16="http://schemas.microsoft.com/office/drawing/2014/main" id="{8C290B60-8DDB-44F6-BAA2-1252480E6E96}"/>
              </a:ext>
            </a:extLst>
          </p:cNvPr>
          <p:cNvSpPr>
            <a:spLocks xmlns:a="http://schemas.openxmlformats.org/drawingml/2006/main" noGrp="1"/>
          </p:cNvSpPr>
          <p:nvPr/>
        </p:nvSpPr>
        <p:spPr>
          <a:xfrm xmlns:a="http://schemas.openxmlformats.org/drawingml/2006/main">
            <a:off x="2701925" y="235267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0" name="">
            <a:extLst xmlns:a="http://schemas.openxmlformats.org/drawingml/2006/main">
              <a:ext uri="{FF2B5EF4-FFF2-40B4-BE49-F238E27FC236}">
                <a16:creationId xmlns:a16="http://schemas.microsoft.com/office/drawing/2014/main" id="{6F23EF89-4EB7-40E0-8B32-748F5EE348B6}"/>
              </a:ext>
            </a:extLst>
          </p:cNvPr>
          <p:cNvSpPr>
            <a:spLocks xmlns:a="http://schemas.openxmlformats.org/drawingml/2006/main" noGrp="1"/>
          </p:cNvSpPr>
          <p:nvPr/>
        </p:nvSpPr>
        <p:spPr>
          <a:xfrm xmlns:a="http://schemas.openxmlformats.org/drawingml/2006/main">
            <a:off x="2701925" y="267652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Run record</a:t>
            </a:r>
          </a:p>
        </p:txBody>
      </p:sp>
      <p:sp>
        <p:nvSpPr>
          <p:cNvPr id="11" name="">
            <a:extLst xmlns:a="http://schemas.openxmlformats.org/drawingml/2006/main">
              <a:ext uri="{FF2B5EF4-FFF2-40B4-BE49-F238E27FC236}">
                <a16:creationId xmlns:a16="http://schemas.microsoft.com/office/drawing/2014/main" id="{ABAE5844-B069-4DC6-8451-1C31BC4C22AF}"/>
              </a:ext>
            </a:extLst>
          </p:cNvPr>
          <p:cNvSpPr>
            <a:spLocks xmlns:a="http://schemas.openxmlformats.org/drawingml/2006/main" noGrp="1"/>
          </p:cNvSpPr>
          <p:nvPr/>
        </p:nvSpPr>
        <p:spPr>
          <a:xfrm xmlns:a="http://schemas.openxmlformats.org/drawingml/2006/main">
            <a:off x="4375150" y="223837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2" name="">
            <a:extLst xmlns:a="http://schemas.openxmlformats.org/drawingml/2006/main">
              <a:ext uri="{FF2B5EF4-FFF2-40B4-BE49-F238E27FC236}">
                <a16:creationId xmlns:a16="http://schemas.microsoft.com/office/drawing/2014/main" id="{1835019E-A238-4578-A034-4D96F39DF199}"/>
              </a:ext>
            </a:extLst>
          </p:cNvPr>
          <p:cNvSpPr>
            <a:spLocks xmlns:a="http://schemas.openxmlformats.org/drawingml/2006/main" noGrp="1"/>
          </p:cNvSpPr>
          <p:nvPr/>
        </p:nvSpPr>
        <p:spPr>
          <a:xfrm xmlns:a="http://schemas.openxmlformats.org/drawingml/2006/main">
            <a:off x="4508500" y="235267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9D1F4A82-93B7-4EE4-B25D-A846B0A688D2}"/>
              </a:ext>
            </a:extLst>
          </p:cNvPr>
          <p:cNvSpPr>
            <a:spLocks xmlns:a="http://schemas.openxmlformats.org/drawingml/2006/main" noGrp="1"/>
          </p:cNvSpPr>
          <p:nvPr/>
        </p:nvSpPr>
        <p:spPr>
          <a:xfrm xmlns:a="http://schemas.openxmlformats.org/drawingml/2006/main">
            <a:off x="4508500" y="267652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Model artifact</a:t>
            </a:r>
          </a:p>
        </p:txBody>
      </p:sp>
      <p:sp>
        <p:nvSpPr>
          <p:cNvPr id="14" name="">
            <a:extLst xmlns:a="http://schemas.openxmlformats.org/drawingml/2006/main">
              <a:ext uri="{FF2B5EF4-FFF2-40B4-BE49-F238E27FC236}">
                <a16:creationId xmlns:a16="http://schemas.microsoft.com/office/drawing/2014/main" id="{2C9B5CC9-E6B7-409F-AA5F-A293E1CEE3A0}"/>
              </a:ext>
            </a:extLst>
          </p:cNvPr>
          <p:cNvSpPr>
            <a:spLocks xmlns:a="http://schemas.openxmlformats.org/drawingml/2006/main" noGrp="1"/>
          </p:cNvSpPr>
          <p:nvPr/>
        </p:nvSpPr>
        <p:spPr>
          <a:xfrm xmlns:a="http://schemas.openxmlformats.org/drawingml/2006/main">
            <a:off x="6181725" y="223837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5" name="">
            <a:extLst xmlns:a="http://schemas.openxmlformats.org/drawingml/2006/main">
              <a:ext uri="{FF2B5EF4-FFF2-40B4-BE49-F238E27FC236}">
                <a16:creationId xmlns:a16="http://schemas.microsoft.com/office/drawing/2014/main" id="{A3614C48-9F94-4C2F-92BE-728B121D2862}"/>
              </a:ext>
            </a:extLst>
          </p:cNvPr>
          <p:cNvSpPr>
            <a:spLocks xmlns:a="http://schemas.openxmlformats.org/drawingml/2006/main" noGrp="1"/>
          </p:cNvSpPr>
          <p:nvPr/>
        </p:nvSpPr>
        <p:spPr>
          <a:xfrm xmlns:a="http://schemas.openxmlformats.org/drawingml/2006/main">
            <a:off x="6315075" y="235267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213C644C-8E35-4F20-98EF-5A00B9BA13B8}"/>
              </a:ext>
            </a:extLst>
          </p:cNvPr>
          <p:cNvSpPr>
            <a:spLocks xmlns:a="http://schemas.openxmlformats.org/drawingml/2006/main" noGrp="1"/>
          </p:cNvSpPr>
          <p:nvPr/>
        </p:nvSpPr>
        <p:spPr>
          <a:xfrm xmlns:a="http://schemas.openxmlformats.org/drawingml/2006/main">
            <a:off x="6315075" y="267652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Metrics and slices</a:t>
            </a:r>
          </a:p>
        </p:txBody>
      </p:sp>
      <p:sp>
        <p:nvSpPr>
          <p:cNvPr id="17" name="">
            <a:extLst xmlns:a="http://schemas.openxmlformats.org/drawingml/2006/main">
              <a:ext uri="{FF2B5EF4-FFF2-40B4-BE49-F238E27FC236}">
                <a16:creationId xmlns:a16="http://schemas.microsoft.com/office/drawing/2014/main" id="{C1E3062E-A72D-4B55-A99C-EEE95E4309AF}"/>
              </a:ext>
            </a:extLst>
          </p:cNvPr>
          <p:cNvSpPr>
            <a:spLocks xmlns:a="http://schemas.openxmlformats.org/drawingml/2006/main" noGrp="1"/>
          </p:cNvSpPr>
          <p:nvPr/>
        </p:nvSpPr>
        <p:spPr>
          <a:xfrm xmlns:a="http://schemas.openxmlformats.org/drawingml/2006/main">
            <a:off x="7988300" y="2238375"/>
            <a:ext cx="1635125"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8" name="">
            <a:extLst xmlns:a="http://schemas.openxmlformats.org/drawingml/2006/main">
              <a:ext uri="{FF2B5EF4-FFF2-40B4-BE49-F238E27FC236}">
                <a16:creationId xmlns:a16="http://schemas.microsoft.com/office/drawing/2014/main" id="{42F73F3C-A7C9-4D59-9D46-74F3A9D6FB2C}"/>
              </a:ext>
            </a:extLst>
          </p:cNvPr>
          <p:cNvSpPr>
            <a:spLocks xmlns:a="http://schemas.openxmlformats.org/drawingml/2006/main" noGrp="1"/>
          </p:cNvSpPr>
          <p:nvPr/>
        </p:nvSpPr>
        <p:spPr>
          <a:xfrm xmlns:a="http://schemas.openxmlformats.org/drawingml/2006/main">
            <a:off x="8121650" y="235267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05</a:t>
            </a:r>
          </a:p>
        </p:txBody>
      </p:sp>
      <p:sp>
        <p:nvSpPr>
          <p:cNvPr id="19" name="">
            <a:extLst xmlns:a="http://schemas.openxmlformats.org/drawingml/2006/main">
              <a:ext uri="{FF2B5EF4-FFF2-40B4-BE49-F238E27FC236}">
                <a16:creationId xmlns:a16="http://schemas.microsoft.com/office/drawing/2014/main" id="{C3317F99-BD7D-4DF4-A26E-B8C80B87DF8B}"/>
              </a:ext>
            </a:extLst>
          </p:cNvPr>
          <p:cNvSpPr>
            <a:spLocks xmlns:a="http://schemas.openxmlformats.org/drawingml/2006/main" noGrp="1"/>
          </p:cNvSpPr>
          <p:nvPr/>
        </p:nvSpPr>
        <p:spPr>
          <a:xfrm xmlns:a="http://schemas.openxmlformats.org/drawingml/2006/main">
            <a:off x="8121650" y="267652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Manifest</a:t>
            </a:r>
          </a:p>
        </p:txBody>
      </p:sp>
      <p:sp>
        <p:nvSpPr>
          <p:cNvPr id="20" name="">
            <a:extLst xmlns:a="http://schemas.openxmlformats.org/drawingml/2006/main">
              <a:ext uri="{FF2B5EF4-FFF2-40B4-BE49-F238E27FC236}">
                <a16:creationId xmlns:a16="http://schemas.microsoft.com/office/drawing/2014/main" id="{520C581A-1280-4863-A244-642725B01721}"/>
              </a:ext>
            </a:extLst>
          </p:cNvPr>
          <p:cNvSpPr>
            <a:spLocks xmlns:a="http://schemas.openxmlformats.org/drawingml/2006/main" noGrp="1"/>
          </p:cNvSpPr>
          <p:nvPr/>
        </p:nvSpPr>
        <p:spPr>
          <a:xfrm xmlns:a="http://schemas.openxmlformats.org/drawingml/2006/main">
            <a:off x="9794875" y="2238375"/>
            <a:ext cx="1635125"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21" name="">
            <a:extLst xmlns:a="http://schemas.openxmlformats.org/drawingml/2006/main">
              <a:ext uri="{FF2B5EF4-FFF2-40B4-BE49-F238E27FC236}">
                <a16:creationId xmlns:a16="http://schemas.microsoft.com/office/drawing/2014/main" id="{877C88FD-D060-4D45-897E-5D478677AFCA}"/>
              </a:ext>
            </a:extLst>
          </p:cNvPr>
          <p:cNvSpPr>
            <a:spLocks xmlns:a="http://schemas.openxmlformats.org/drawingml/2006/main" noGrp="1"/>
          </p:cNvSpPr>
          <p:nvPr/>
        </p:nvSpPr>
        <p:spPr>
          <a:xfrm xmlns:a="http://schemas.openxmlformats.org/drawingml/2006/main">
            <a:off x="9928225" y="2352675"/>
            <a:ext cx="1368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06</a:t>
            </a:r>
          </a:p>
        </p:txBody>
      </p:sp>
      <p:sp>
        <p:nvSpPr>
          <p:cNvPr id="22" name="">
            <a:extLst xmlns:a="http://schemas.openxmlformats.org/drawingml/2006/main">
              <a:ext uri="{FF2B5EF4-FFF2-40B4-BE49-F238E27FC236}">
                <a16:creationId xmlns:a16="http://schemas.microsoft.com/office/drawing/2014/main" id="{85618AD2-82E4-4C81-855E-BC9CA5540034}"/>
              </a:ext>
            </a:extLst>
          </p:cNvPr>
          <p:cNvSpPr>
            <a:spLocks xmlns:a="http://schemas.openxmlformats.org/drawingml/2006/main" noGrp="1"/>
          </p:cNvSpPr>
          <p:nvPr/>
        </p:nvSpPr>
        <p:spPr>
          <a:xfrm xmlns:a="http://schemas.openxmlformats.org/drawingml/2006/main">
            <a:off x="9928225" y="2676525"/>
            <a:ext cx="1368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Rollback</a:t>
            </a:r>
          </a:p>
        </p:txBody>
      </p:sp>
      <p:sp>
        <p:nvSpPr>
          <p:cNvPr id="23" name="">
            <a:extLst xmlns:a="http://schemas.openxmlformats.org/drawingml/2006/main">
              <a:ext uri="{FF2B5EF4-FFF2-40B4-BE49-F238E27FC236}">
                <a16:creationId xmlns:a16="http://schemas.microsoft.com/office/drawing/2014/main" id="{1E22C1EE-922B-4DE9-865B-8DA5F4D435B1}"/>
              </a:ext>
            </a:extLst>
          </p:cNvPr>
          <p:cNvSpPr>
            <a:spLocks xmlns:a="http://schemas.openxmlformats.org/drawingml/2006/main" noGrp="1"/>
          </p:cNvSpPr>
          <p:nvPr/>
        </p:nvSpPr>
        <p:spPr>
          <a:xfrm xmlns:a="http://schemas.openxmlformats.org/drawingml/2006/main">
            <a:off x="2476500" y="4333875"/>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61C99A"/>
                </a:solidFill>
                <a:latin typeface="Calibri"/>
                <a:ea typeface="Calibri"/>
                <a:cs typeface="Calibri"/>
              </a:defRPr>
            </a:pPr>
            <a:r>
              <a:rPr sz="2100" b="1">
                <a:solidFill>
                  <a:srgbClr val="61C99A"/>
                </a:solidFill>
                <a:latin typeface="Calibri"/>
                <a:ea typeface="Calibri"/>
                <a:cs typeface="Calibri"/>
              </a:rPr>
              <a:t>45 cells  |  22 executed code cells  |  0 errors</a:t>
            </a:r>
          </a:p>
        </p:txBody>
      </p:sp>
      <p:sp>
        <p:nvSpPr>
          <p:cNvPr id="24" name="">
            <a:extLst xmlns:a="http://schemas.openxmlformats.org/drawingml/2006/main">
              <a:ext uri="{FF2B5EF4-FFF2-40B4-BE49-F238E27FC236}">
                <a16:creationId xmlns:a16="http://schemas.microsoft.com/office/drawing/2014/main" id="{A0119877-3F4C-4F31-B0D6-38A9DBA1A75F}"/>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Portable in VS Code and Google Colab</a:t>
            </a:r>
          </a:p>
        </p:txBody>
      </p:sp>
    </p:spTree>
    <p:extLst>
      <p:ext uri="{BB962C8B-B14F-4D97-AF65-F5344CB8AC3E}">
        <p14:creationId xmlns:p14="http://schemas.microsoft.com/office/powerpoint/2010/main" val="1060138965"/>
      </p:ext>
    </p:extLst>
  </p:cSld>
</p:sld>
</file>

<file path=ppt/slides/slide28.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8921FD-FEF3-49D1-A054-B0B221F7E2A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F879DF1D-C472-4689-841C-4A5869F6596C}"/>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834E7EAA-1D84-4FA2-828C-93D5155694AA}"/>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D997F7F1-07CD-43BE-8346-072F2BE8F837}"/>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SRAI Principle Number 141</a:t>
            </a:r>
          </a:p>
        </p:txBody>
      </p:sp>
      <p:sp>
        <p:nvSpPr>
          <p:cNvPr id="5" name="">
            <a:extLst xmlns:a="http://schemas.openxmlformats.org/drawingml/2006/main">
              <a:ext uri="{FF2B5EF4-FFF2-40B4-BE49-F238E27FC236}">
                <a16:creationId xmlns:a16="http://schemas.microsoft.com/office/drawing/2014/main" id="{778ACC23-BDE4-45C5-BA27-224844D91FAE}"/>
              </a:ext>
            </a:extLst>
          </p:cNvPr>
          <p:cNvSpPr>
            <a:spLocks xmlns:a="http://schemas.openxmlformats.org/drawingml/2006/main" noGrp="1"/>
          </p:cNvSpPr>
          <p:nvPr/>
        </p:nvSpPr>
        <p:spPr>
          <a:xfrm xmlns:a="http://schemas.openxmlformats.org/drawingml/2006/main">
            <a:off x="857250" y="16668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F3F6F7"/>
                </a:solidFill>
                <a:latin typeface="Calibri"/>
                <a:ea typeface="Calibri"/>
                <a:cs typeface="Calibri"/>
              </a:defRPr>
            </a:pPr>
            <a:r>
              <a:rPr sz="2850" b="1">
                <a:solidFill>
                  <a:srgbClr val="F3F6F7"/>
                </a:solidFill>
                <a:latin typeface="Calibri"/>
                <a:ea typeface="Calibri"/>
                <a:cs typeface="Calibri"/>
              </a:rPr>
              <a:t>A pipeline may verify technical evidence.</a:t>
            </a:r>
          </a:p>
        </p:txBody>
      </p:sp>
      <p:sp>
        <p:nvSpPr>
          <p:cNvPr id="6" name="">
            <a:extLst xmlns:a="http://schemas.openxmlformats.org/drawingml/2006/main">
              <a:ext uri="{FF2B5EF4-FFF2-40B4-BE49-F238E27FC236}">
                <a16:creationId xmlns:a16="http://schemas.microsoft.com/office/drawing/2014/main" id="{64B12587-9040-4EF2-8A37-512E24C0C51D}"/>
              </a:ext>
            </a:extLst>
          </p:cNvPr>
          <p:cNvSpPr>
            <a:spLocks xmlns:a="http://schemas.openxmlformats.org/drawingml/2006/main" noGrp="1"/>
          </p:cNvSpPr>
          <p:nvPr/>
        </p:nvSpPr>
        <p:spPr>
          <a:xfrm xmlns:a="http://schemas.openxmlformats.org/drawingml/2006/main">
            <a:off x="857250" y="28575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450" b="1">
                <a:solidFill>
                  <a:srgbClr val="F0B83E"/>
                </a:solidFill>
                <a:latin typeface="Calibri"/>
                <a:ea typeface="Calibri"/>
                <a:cs typeface="Calibri"/>
              </a:defRPr>
            </a:pPr>
            <a:r>
              <a:rPr sz="3450" b="1">
                <a:solidFill>
                  <a:srgbClr val="F0B83E"/>
                </a:solidFill>
                <a:latin typeface="Calibri"/>
                <a:ea typeface="Calibri"/>
                <a:cs typeface="Calibri"/>
              </a:rPr>
              <a:t>It cannot confer institutional authority.</a:t>
            </a:r>
          </a:p>
        </p:txBody>
      </p:sp>
      <p:sp>
        <p:nvSpPr>
          <p:cNvPr id="7" name="">
            <a:extLst xmlns:a="http://schemas.openxmlformats.org/drawingml/2006/main">
              <a:ext uri="{FF2B5EF4-FFF2-40B4-BE49-F238E27FC236}">
                <a16:creationId xmlns:a16="http://schemas.microsoft.com/office/drawing/2014/main" id="{2AA848C5-E746-40E0-BFDD-98C0CB109AF6}"/>
              </a:ext>
            </a:extLst>
          </p:cNvPr>
          <p:cNvSpPr>
            <a:spLocks xmlns:a="http://schemas.openxmlformats.org/drawingml/2006/main" noGrp="1"/>
          </p:cNvSpPr>
          <p:nvPr/>
        </p:nvSpPr>
        <p:spPr>
          <a:xfrm xmlns:a="http://schemas.openxmlformats.org/drawingml/2006/main">
            <a:off x="857250" y="4238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FD6C5"/>
                </a:solidFill>
                <a:latin typeface="Calibri"/>
                <a:ea typeface="Calibri"/>
                <a:cs typeface="Calibri"/>
              </a:defRPr>
            </a:pPr>
            <a:r>
              <a:rPr sz="2250" b="1">
                <a:solidFill>
                  <a:srgbClr val="1FD6C5"/>
                </a:solidFill>
                <a:latin typeface="Calibri"/>
                <a:ea typeface="Calibri"/>
                <a:cs typeface="Calibri"/>
              </a:rPr>
              <a:t>Named approval remains a separate decision.</a:t>
            </a:r>
          </a:p>
        </p:txBody>
      </p:sp>
      <p:sp>
        <p:nvSpPr>
          <p:cNvPr id="8" name="">
            <a:extLst xmlns:a="http://schemas.openxmlformats.org/drawingml/2006/main">
              <a:ext uri="{FF2B5EF4-FFF2-40B4-BE49-F238E27FC236}">
                <a16:creationId xmlns:a16="http://schemas.microsoft.com/office/drawing/2014/main" id="{922A401A-C454-4DE9-9930-644B5258FF50}"/>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Evidence supports authority; evidence does not replace it</a:t>
            </a:r>
          </a:p>
        </p:txBody>
      </p:sp>
    </p:spTree>
    <p:extLst>
      <p:ext uri="{BB962C8B-B14F-4D97-AF65-F5344CB8AC3E}">
        <p14:creationId xmlns:p14="http://schemas.microsoft.com/office/powerpoint/2010/main" val="641332766"/>
      </p:ext>
    </p:extLst>
  </p:cSld>
</p:sld>
</file>

<file path=ppt/slides/slide29.xml><?xml version="1.0" encoding="utf-8"?>
<p:sld xmlns:p="http://schemas.openxmlformats.org/presentationml/2006/main">
  <p:cSld>
    <p:bg>
      <p:bgPr>
        <a:solidFill xmlns:a="http://schemas.openxmlformats.org/drawingml/2006/main">
          <a:srgbClr val="061B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5C360DF-1578-4B63-8994-D718197D514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1FD6C5"/>
          </a:solidFill>
          <a:ln xmlns:a="http://schemas.openxmlformats.org/drawingml/2006/main" w="9525">
            <a:noFill/>
          </a:ln>
        </p:spPr>
      </p:sp>
      <p:sp>
        <p:nvSpPr>
          <p:cNvPr id="2" name="">
            <a:extLst xmlns:a="http://schemas.openxmlformats.org/drawingml/2006/main">
              <a:ext uri="{FF2B5EF4-FFF2-40B4-BE49-F238E27FC236}">
                <a16:creationId xmlns:a16="http://schemas.microsoft.com/office/drawing/2014/main" id="{E41BB85F-56A0-4BF3-B486-385B6840E7F2}"/>
              </a:ext>
            </a:extLst>
          </p:cNvPr>
          <p:cNvSpPr>
            <a:spLocks xmlns:a="http://schemas.openxmlformats.org/drawingml/2006/main" noGrp="1"/>
          </p:cNvSpPr>
          <p:nvPr/>
        </p:nvSpPr>
        <p:spPr>
          <a:xfrm xmlns:a="http://schemas.openxmlformats.org/drawingml/2006/main">
            <a:off x="304800" y="1714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SRAI</a:t>
            </a:r>
          </a:p>
        </p:txBody>
      </p:sp>
      <p:sp>
        <p:nvSpPr>
          <p:cNvPr id="3" name="">
            <a:extLst xmlns:a="http://schemas.openxmlformats.org/drawingml/2006/main">
              <a:ext uri="{FF2B5EF4-FFF2-40B4-BE49-F238E27FC236}">
                <a16:creationId xmlns:a16="http://schemas.microsoft.com/office/drawing/2014/main" id="{0D46F082-C0A7-43B1-9B95-2EDE3DF0A410}"/>
              </a:ext>
            </a:extLst>
          </p:cNvPr>
          <p:cNvSpPr>
            <a:spLocks xmlns:a="http://schemas.openxmlformats.org/drawingml/2006/main" noGrp="1"/>
          </p:cNvSpPr>
          <p:nvPr/>
        </p:nvSpPr>
        <p:spPr>
          <a:xfrm xmlns:a="http://schemas.openxmlformats.org/drawingml/2006/main">
            <a:off x="1066800" y="1714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A9BBC5"/>
                </a:solidFill>
                <a:latin typeface="Calibri"/>
                <a:ea typeface="Calibri"/>
                <a:cs typeface="Calibri"/>
              </a:defRPr>
            </a:pPr>
            <a:r>
              <a:rPr sz="900" b="0">
                <a:solidFill>
                  <a:srgbClr val="A9BBC5"/>
                </a:solidFill>
                <a:latin typeface="Calibri"/>
                <a:ea typeface="Calibri"/>
                <a:cs typeface="Calibri"/>
              </a:rPr>
              <a:t>MLOPS FOUNDATIONS</a:t>
            </a:r>
          </a:p>
        </p:txBody>
      </p:sp>
      <p:sp>
        <p:nvSpPr>
          <p:cNvPr id="4" name="">
            <a:extLst xmlns:a="http://schemas.openxmlformats.org/drawingml/2006/main">
              <a:ext uri="{FF2B5EF4-FFF2-40B4-BE49-F238E27FC236}">
                <a16:creationId xmlns:a16="http://schemas.microsoft.com/office/drawing/2014/main" id="{A8A911F7-4F8F-4EFF-9A6A-0C5D3100FFD8}"/>
              </a:ext>
            </a:extLst>
          </p:cNvPr>
          <p:cNvSpPr>
            <a:spLocks xmlns:a="http://schemas.openxmlformats.org/drawingml/2006/main" noGrp="1"/>
          </p:cNvSpPr>
          <p:nvPr/>
        </p:nvSpPr>
        <p:spPr>
          <a:xfrm xmlns:a="http://schemas.openxmlformats.org/drawingml/2006/main">
            <a:off x="457200" y="5238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F3F6F7"/>
                </a:solidFill>
                <a:latin typeface="Calibri"/>
                <a:ea typeface="Calibri"/>
                <a:cs typeface="Calibri"/>
              </a:defRPr>
            </a:pPr>
            <a:r>
              <a:rPr sz="2400" b="1">
                <a:solidFill>
                  <a:srgbClr val="F3F6F7"/>
                </a:solidFill>
                <a:latin typeface="Calibri"/>
                <a:ea typeface="Calibri"/>
                <a:cs typeface="Calibri"/>
              </a:rPr>
              <a:t>Next lesson</a:t>
            </a:r>
          </a:p>
        </p:txBody>
      </p:sp>
      <p:sp>
        <p:nvSpPr>
          <p:cNvPr id="5" name="">
            <a:extLst xmlns:a="http://schemas.openxmlformats.org/drawingml/2006/main">
              <a:ext uri="{FF2B5EF4-FFF2-40B4-BE49-F238E27FC236}">
                <a16:creationId xmlns:a16="http://schemas.microsoft.com/office/drawing/2014/main" id="{07FE044F-7234-4EC7-8BA4-57A95A3584D9}"/>
              </a:ext>
            </a:extLst>
          </p:cNvPr>
          <p:cNvSpPr>
            <a:spLocks xmlns:a="http://schemas.openxmlformats.org/drawingml/2006/main" noGrp="1"/>
          </p:cNvSpPr>
          <p:nvPr/>
        </p:nvSpPr>
        <p:spPr>
          <a:xfrm xmlns:a="http://schemas.openxmlformats.org/drawingml/2006/main">
            <a:off x="762000" y="15716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900" b="1">
                <a:solidFill>
                  <a:srgbClr val="F3F6F7"/>
                </a:solidFill>
                <a:latin typeface="Calibri"/>
                <a:ea typeface="Calibri"/>
                <a:cs typeface="Calibri"/>
              </a:defRPr>
            </a:pPr>
            <a:r>
              <a:rPr sz="3900" b="1">
                <a:solidFill>
                  <a:srgbClr val="F3F6F7"/>
                </a:solidFill>
                <a:latin typeface="Calibri"/>
                <a:ea typeface="Calibri"/>
                <a:cs typeface="Calibri"/>
              </a:rPr>
              <a:t>Reproducibility and</a:t>
            </a:r>
          </a:p>
          <a:p xmlns:a="http://schemas.openxmlformats.org/drawingml/2006/main">
            <a:pPr algn="ctr">
              <a:defRPr sz="3900" b="1">
                <a:solidFill>
                  <a:srgbClr val="F3F6F7"/>
                </a:solidFill>
                <a:latin typeface="Calibri"/>
                <a:ea typeface="Calibri"/>
                <a:cs typeface="Calibri"/>
              </a:defRPr>
            </a:pPr>
            <a:r>
              <a:rPr sz="3900" b="1">
                <a:solidFill>
                  <a:srgbClr val="F3F6F7"/>
                </a:solidFill>
                <a:latin typeface="Calibri"/>
                <a:ea typeface="Calibri"/>
                <a:cs typeface="Calibri"/>
              </a:rPr>
              <a:t>environment management</a:t>
            </a:r>
          </a:p>
        </p:txBody>
      </p:sp>
      <p:sp>
        <p:nvSpPr>
          <p:cNvPr id="6" name="">
            <a:extLst xmlns:a="http://schemas.openxmlformats.org/drawingml/2006/main">
              <a:ext uri="{FF2B5EF4-FFF2-40B4-BE49-F238E27FC236}">
                <a16:creationId xmlns:a16="http://schemas.microsoft.com/office/drawing/2014/main" id="{350F3FFC-8364-48A2-AFFE-8FB8F560E4E6}"/>
              </a:ext>
            </a:extLst>
          </p:cNvPr>
          <p:cNvSpPr>
            <a:spLocks xmlns:a="http://schemas.openxmlformats.org/drawingml/2006/main" noGrp="1"/>
          </p:cNvSpPr>
          <p:nvPr/>
        </p:nvSpPr>
        <p:spPr>
          <a:xfrm xmlns:a="http://schemas.openxmlformats.org/drawingml/2006/main">
            <a:off x="762000" y="4095750"/>
            <a:ext cx="2538413"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7" name="">
            <a:extLst xmlns:a="http://schemas.openxmlformats.org/drawingml/2006/main">
              <a:ext uri="{FF2B5EF4-FFF2-40B4-BE49-F238E27FC236}">
                <a16:creationId xmlns:a16="http://schemas.microsoft.com/office/drawing/2014/main" id="{38211CB6-ACAE-4F12-AA68-B84E9C8849F6}"/>
              </a:ext>
            </a:extLst>
          </p:cNvPr>
          <p:cNvSpPr>
            <a:spLocks xmlns:a="http://schemas.openxmlformats.org/drawingml/2006/main" noGrp="1"/>
          </p:cNvSpPr>
          <p:nvPr/>
        </p:nvSpPr>
        <p:spPr>
          <a:xfrm xmlns:a="http://schemas.openxmlformats.org/drawingml/2006/main">
            <a:off x="895350" y="4210050"/>
            <a:ext cx="22717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01</a:t>
            </a:r>
          </a:p>
        </p:txBody>
      </p:sp>
      <p:sp>
        <p:nvSpPr>
          <p:cNvPr id="8" name="">
            <a:extLst xmlns:a="http://schemas.openxmlformats.org/drawingml/2006/main">
              <a:ext uri="{FF2B5EF4-FFF2-40B4-BE49-F238E27FC236}">
                <a16:creationId xmlns:a16="http://schemas.microsoft.com/office/drawing/2014/main" id="{BE394F81-1859-43F2-81C1-AB5C140E318F}"/>
              </a:ext>
            </a:extLst>
          </p:cNvPr>
          <p:cNvSpPr>
            <a:spLocks xmlns:a="http://schemas.openxmlformats.org/drawingml/2006/main" noGrp="1"/>
          </p:cNvSpPr>
          <p:nvPr/>
        </p:nvSpPr>
        <p:spPr>
          <a:xfrm xmlns:a="http://schemas.openxmlformats.org/drawingml/2006/main">
            <a:off x="895350" y="4533900"/>
            <a:ext cx="22717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Dependencies</a:t>
            </a:r>
          </a:p>
        </p:txBody>
      </p:sp>
      <p:sp>
        <p:nvSpPr>
          <p:cNvPr id="9" name="">
            <a:extLst xmlns:a="http://schemas.openxmlformats.org/drawingml/2006/main">
              <a:ext uri="{FF2B5EF4-FFF2-40B4-BE49-F238E27FC236}">
                <a16:creationId xmlns:a16="http://schemas.microsoft.com/office/drawing/2014/main" id="{98C8B582-7BD9-4757-A000-0366A6F69CAA}"/>
              </a:ext>
            </a:extLst>
          </p:cNvPr>
          <p:cNvSpPr>
            <a:spLocks xmlns:a="http://schemas.openxmlformats.org/drawingml/2006/main" noGrp="1"/>
          </p:cNvSpPr>
          <p:nvPr/>
        </p:nvSpPr>
        <p:spPr>
          <a:xfrm xmlns:a="http://schemas.openxmlformats.org/drawingml/2006/main">
            <a:off x="3471863" y="4095750"/>
            <a:ext cx="2538413"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0" name="">
            <a:extLst xmlns:a="http://schemas.openxmlformats.org/drawingml/2006/main">
              <a:ext uri="{FF2B5EF4-FFF2-40B4-BE49-F238E27FC236}">
                <a16:creationId xmlns:a16="http://schemas.microsoft.com/office/drawing/2014/main" id="{7C94514E-9150-46FB-A504-A96E31BB7BDE}"/>
              </a:ext>
            </a:extLst>
          </p:cNvPr>
          <p:cNvSpPr>
            <a:spLocks xmlns:a="http://schemas.openxmlformats.org/drawingml/2006/main" noGrp="1"/>
          </p:cNvSpPr>
          <p:nvPr/>
        </p:nvSpPr>
        <p:spPr>
          <a:xfrm xmlns:a="http://schemas.openxmlformats.org/drawingml/2006/main">
            <a:off x="3605213" y="4210050"/>
            <a:ext cx="22717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02</a:t>
            </a:r>
          </a:p>
        </p:txBody>
      </p:sp>
      <p:sp>
        <p:nvSpPr>
          <p:cNvPr id="11" name="">
            <a:extLst xmlns:a="http://schemas.openxmlformats.org/drawingml/2006/main">
              <a:ext uri="{FF2B5EF4-FFF2-40B4-BE49-F238E27FC236}">
                <a16:creationId xmlns:a16="http://schemas.microsoft.com/office/drawing/2014/main" id="{72345404-A915-4532-B6CA-7E9B9427D80C}"/>
              </a:ext>
            </a:extLst>
          </p:cNvPr>
          <p:cNvSpPr>
            <a:spLocks xmlns:a="http://schemas.openxmlformats.org/drawingml/2006/main" noGrp="1"/>
          </p:cNvSpPr>
          <p:nvPr/>
        </p:nvSpPr>
        <p:spPr>
          <a:xfrm xmlns:a="http://schemas.openxmlformats.org/drawingml/2006/main">
            <a:off x="3605213" y="4533900"/>
            <a:ext cx="22717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Runtime identity</a:t>
            </a:r>
          </a:p>
        </p:txBody>
      </p:sp>
      <p:sp>
        <p:nvSpPr>
          <p:cNvPr id="12" name="">
            <a:extLst xmlns:a="http://schemas.openxmlformats.org/drawingml/2006/main">
              <a:ext uri="{FF2B5EF4-FFF2-40B4-BE49-F238E27FC236}">
                <a16:creationId xmlns:a16="http://schemas.microsoft.com/office/drawing/2014/main" id="{95C809C2-4FDA-4CEB-AFA3-96F1D0943096}"/>
              </a:ext>
            </a:extLst>
          </p:cNvPr>
          <p:cNvSpPr>
            <a:spLocks xmlns:a="http://schemas.openxmlformats.org/drawingml/2006/main" noGrp="1"/>
          </p:cNvSpPr>
          <p:nvPr/>
        </p:nvSpPr>
        <p:spPr>
          <a:xfrm xmlns:a="http://schemas.openxmlformats.org/drawingml/2006/main">
            <a:off x="6181725" y="4095750"/>
            <a:ext cx="2538413" cy="1428750"/>
          </a:xfrm>
          <a:prstGeom xmlns:a="http://schemas.openxmlformats.org/drawingml/2006/main" prst="rect">
            <a:avLst/>
          </a:prstGeom>
          <a:solidFill xmlns:a="http://schemas.openxmlformats.org/drawingml/2006/main">
            <a:srgbClr val="0E2B3D"/>
          </a:solidFill>
          <a:ln xmlns:a="http://schemas.openxmlformats.org/drawingml/2006/main" w="9525">
            <a:solidFill>
              <a:srgbClr val="1FD6C5"/>
            </a:solidFill>
          </a:ln>
        </p:spPr>
      </p:sp>
      <p:sp>
        <p:nvSpPr>
          <p:cNvPr id="13" name="">
            <a:extLst xmlns:a="http://schemas.openxmlformats.org/drawingml/2006/main">
              <a:ext uri="{FF2B5EF4-FFF2-40B4-BE49-F238E27FC236}">
                <a16:creationId xmlns:a16="http://schemas.microsoft.com/office/drawing/2014/main" id="{DF62BD4F-2B3C-4CFD-B257-A36AB43E1CD3}"/>
              </a:ext>
            </a:extLst>
          </p:cNvPr>
          <p:cNvSpPr>
            <a:spLocks xmlns:a="http://schemas.openxmlformats.org/drawingml/2006/main" noGrp="1"/>
          </p:cNvSpPr>
          <p:nvPr/>
        </p:nvSpPr>
        <p:spPr>
          <a:xfrm xmlns:a="http://schemas.openxmlformats.org/drawingml/2006/main">
            <a:off x="6315075" y="4210050"/>
            <a:ext cx="22717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03</a:t>
            </a:r>
          </a:p>
        </p:txBody>
      </p:sp>
      <p:sp>
        <p:nvSpPr>
          <p:cNvPr id="14" name="">
            <a:extLst xmlns:a="http://schemas.openxmlformats.org/drawingml/2006/main">
              <a:ext uri="{FF2B5EF4-FFF2-40B4-BE49-F238E27FC236}">
                <a16:creationId xmlns:a16="http://schemas.microsoft.com/office/drawing/2014/main" id="{42FF923E-16B5-4580-98AD-3687A34A2B5E}"/>
              </a:ext>
            </a:extLst>
          </p:cNvPr>
          <p:cNvSpPr>
            <a:spLocks xmlns:a="http://schemas.openxmlformats.org/drawingml/2006/main" noGrp="1"/>
          </p:cNvSpPr>
          <p:nvPr/>
        </p:nvSpPr>
        <p:spPr>
          <a:xfrm xmlns:a="http://schemas.openxmlformats.org/drawingml/2006/main">
            <a:off x="6315075" y="4533900"/>
            <a:ext cx="22717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Data snapshots</a:t>
            </a:r>
          </a:p>
        </p:txBody>
      </p:sp>
      <p:sp>
        <p:nvSpPr>
          <p:cNvPr id="15" name="">
            <a:extLst xmlns:a="http://schemas.openxmlformats.org/drawingml/2006/main">
              <a:ext uri="{FF2B5EF4-FFF2-40B4-BE49-F238E27FC236}">
                <a16:creationId xmlns:a16="http://schemas.microsoft.com/office/drawing/2014/main" id="{6468CAB4-9743-4E9E-AB33-2918A6629748}"/>
              </a:ext>
            </a:extLst>
          </p:cNvPr>
          <p:cNvSpPr>
            <a:spLocks xmlns:a="http://schemas.openxmlformats.org/drawingml/2006/main" noGrp="1"/>
          </p:cNvSpPr>
          <p:nvPr/>
        </p:nvSpPr>
        <p:spPr>
          <a:xfrm xmlns:a="http://schemas.openxmlformats.org/drawingml/2006/main">
            <a:off x="8891588" y="4095750"/>
            <a:ext cx="2538413" cy="1428750"/>
          </a:xfrm>
          <a:prstGeom xmlns:a="http://schemas.openxmlformats.org/drawingml/2006/main" prst="rect">
            <a:avLst/>
          </a:prstGeom>
          <a:solidFill xmlns:a="http://schemas.openxmlformats.org/drawingml/2006/main">
            <a:srgbClr val="17364A"/>
          </a:solidFill>
          <a:ln xmlns:a="http://schemas.openxmlformats.org/drawingml/2006/main" w="9525">
            <a:solidFill>
              <a:srgbClr val="F0B83E"/>
            </a:solidFill>
          </a:ln>
        </p:spPr>
      </p:sp>
      <p:sp>
        <p:nvSpPr>
          <p:cNvPr id="16" name="">
            <a:extLst xmlns:a="http://schemas.openxmlformats.org/drawingml/2006/main">
              <a:ext uri="{FF2B5EF4-FFF2-40B4-BE49-F238E27FC236}">
                <a16:creationId xmlns:a16="http://schemas.microsoft.com/office/drawing/2014/main" id="{93E992F2-4081-457B-98CA-F6888E6FAE34}"/>
              </a:ext>
            </a:extLst>
          </p:cNvPr>
          <p:cNvSpPr>
            <a:spLocks xmlns:a="http://schemas.openxmlformats.org/drawingml/2006/main" noGrp="1"/>
          </p:cNvSpPr>
          <p:nvPr/>
        </p:nvSpPr>
        <p:spPr>
          <a:xfrm xmlns:a="http://schemas.openxmlformats.org/drawingml/2006/main">
            <a:off x="9024938" y="4210050"/>
            <a:ext cx="22717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FD6C5"/>
                </a:solidFill>
                <a:latin typeface="Calibri"/>
                <a:ea typeface="Calibri"/>
                <a:cs typeface="Calibri"/>
              </a:defRPr>
            </a:pPr>
            <a:r>
              <a:rPr sz="1050" b="1">
                <a:solidFill>
                  <a:srgbClr val="1FD6C5"/>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33A0761E-324E-4E12-9D11-B64607A19BDD}"/>
              </a:ext>
            </a:extLst>
          </p:cNvPr>
          <p:cNvSpPr>
            <a:spLocks xmlns:a="http://schemas.openxmlformats.org/drawingml/2006/main" noGrp="1"/>
          </p:cNvSpPr>
          <p:nvPr/>
        </p:nvSpPr>
        <p:spPr>
          <a:xfrm xmlns:a="http://schemas.openxmlformats.org/drawingml/2006/main">
            <a:off x="9024938" y="4533900"/>
            <a:ext cx="22717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3F6F7"/>
                </a:solidFill>
                <a:latin typeface="Calibri"/>
                <a:ea typeface="Calibri"/>
                <a:cs typeface="Calibri"/>
              </a:defRPr>
            </a:pPr>
            <a:r>
              <a:rPr sz="1500" b="1">
                <a:solidFill>
                  <a:srgbClr val="F3F6F7"/>
                </a:solidFill>
                <a:latin typeface="Calibri"/>
                <a:ea typeface="Calibri"/>
                <a:cs typeface="Calibri"/>
              </a:rPr>
              <a:t>Tolerance</a:t>
            </a:r>
          </a:p>
        </p:txBody>
      </p:sp>
      <p:sp>
        <p:nvSpPr>
          <p:cNvPr id="18" name="">
            <a:extLst xmlns:a="http://schemas.openxmlformats.org/drawingml/2006/main">
              <a:ext uri="{FF2B5EF4-FFF2-40B4-BE49-F238E27FC236}">
                <a16:creationId xmlns:a16="http://schemas.microsoft.com/office/drawing/2014/main" id="{E6D8EFE6-D40A-4DF8-91F6-B6D159F4967E}"/>
              </a:ext>
            </a:extLst>
          </p:cNvPr>
          <p:cNvSpPr>
            <a:spLocks xmlns:a="http://schemas.openxmlformats.org/drawingml/2006/main" noGrp="1"/>
          </p:cNvSpPr>
          <p:nvPr/>
        </p:nvSpPr>
        <p:spPr>
          <a:xfrm xmlns:a="http://schemas.openxmlformats.org/drawingml/2006/main">
            <a:off x="457200" y="64198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0">
                <a:solidFill>
                  <a:srgbClr val="F0B83E"/>
                </a:solidFill>
                <a:latin typeface="Calibri"/>
                <a:ea typeface="Calibri"/>
                <a:cs typeface="Calibri"/>
              </a:defRPr>
            </a:pPr>
            <a:r>
              <a:rPr sz="975" b="0">
                <a:solidFill>
                  <a:srgbClr val="F0B83E"/>
                </a:solidFill>
                <a:latin typeface="Calibri"/>
                <a:ea typeface="Calibri"/>
                <a:cs typeface="Calibri"/>
              </a:rPr>
              <a:t>Book 5 Lesson 2 deepens the reconstruction contract</a:t>
            </a:r>
          </a:p>
        </p:txBody>
      </p:sp>
    </p:spTree>
    <p:extLst>
      <p:ext uri="{BB962C8B-B14F-4D97-AF65-F5344CB8AC3E}">
        <p14:creationId xmlns:p14="http://schemas.microsoft.com/office/powerpoint/2010/main" val="1816378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2026-09-15T10:27:46.4310000Z</dcterms:created>
  <dcterms:modified xsi:type="dcterms:W3CDTF">2026-09-15T10:27:46.4310000Z</dcterms:modified>
</coreProperties>
</file>